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261" r:id="rId2"/>
    <p:sldId id="260" r:id="rId3"/>
    <p:sldId id="279" r:id="rId4"/>
    <p:sldId id="267" r:id="rId5"/>
    <p:sldId id="278" r:id="rId6"/>
    <p:sldId id="296" r:id="rId7"/>
    <p:sldId id="294"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5" autoAdjust="0"/>
    <p:restoredTop sz="94660"/>
  </p:normalViewPr>
  <p:slideViewPr>
    <p:cSldViewPr snapToGrid="0">
      <p:cViewPr>
        <p:scale>
          <a:sx n="67" d="100"/>
          <a:sy n="67" d="100"/>
        </p:scale>
        <p:origin x="568" y="10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288260-463D-438E-8786-905EDF19C88B}" type="datetimeFigureOut">
              <a:rPr lang="zh-CN" altLang="en-US" smtClean="0"/>
              <a:t>2026/4/10</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16096F-F0A9-4E4F-AB04-4593EDC6BE37}" type="slidenum">
              <a:rPr lang="zh-CN" altLang="en-US" smtClean="0"/>
              <a:t>‹#›</a:t>
            </a:fld>
            <a:endParaRPr lang="zh-CN" altLang="en-US"/>
          </a:p>
        </p:txBody>
      </p:sp>
    </p:spTree>
    <p:extLst>
      <p:ext uri="{BB962C8B-B14F-4D97-AF65-F5344CB8AC3E}">
        <p14:creationId xmlns:p14="http://schemas.microsoft.com/office/powerpoint/2010/main" val="268023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unsplash.com/photos/RvPDe41lYBA"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unsplash.com/photos/RvPDe41lYBA"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https://unsplash.com/photos/RvPDe41lYBA</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BF2E0C-672E-43DD-B25E-DE343AE4AA4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14940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https://unsplash.com/photos/RvPDe41lYBA</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BF2E0C-672E-43DD-B25E-DE343AE4AA4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382672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p:bg>
      <p:bgPr>
        <a:solidFill>
          <a:srgbClr val="0D0F1E"/>
        </a:solidFill>
        <a:effectLst/>
      </p:bgPr>
    </p:bg>
    <p:spTree>
      <p:nvGrpSpPr>
        <p:cNvPr id="1" name=""/>
        <p:cNvGrpSpPr/>
        <p:nvPr/>
      </p:nvGrpSpPr>
      <p:grpSpPr>
        <a:xfrm>
          <a:off x="0" y="0"/>
          <a:ext cx="0" cy="0"/>
          <a:chOff x="0" y="0"/>
          <a:chExt cx="0" cy="0"/>
        </a:xfrm>
      </p:grpSpPr>
      <p:pic>
        <p:nvPicPr>
          <p:cNvPr id="3" name="1-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Tree>
    <p:extLst>
      <p:ext uri="{BB962C8B-B14F-4D97-AF65-F5344CB8AC3E}">
        <p14:creationId xmlns:p14="http://schemas.microsoft.com/office/powerpoint/2010/main" val="3488456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3347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7-Placeholder">
            <a:extLst>
              <a:ext uri="{FF2B5EF4-FFF2-40B4-BE49-F238E27FC236}">
                <a16:creationId xmlns:a16="http://schemas.microsoft.com/office/drawing/2014/main" id="{061EEE49-4D60-4160-9562-29C04D278C5C}"/>
              </a:ext>
            </a:extLst>
          </p:cNvPr>
          <p:cNvSpPr>
            <a:spLocks noGrp="1"/>
          </p:cNvSpPr>
          <p:nvPr>
            <p:ph type="pic" sz="quarter" idx="11"/>
          </p:nvPr>
        </p:nvSpPr>
        <p:spPr>
          <a:xfrm>
            <a:off x="4958931" y="2835359"/>
            <a:ext cx="2030526" cy="3360032"/>
          </a:xfrm>
          <a:custGeom>
            <a:avLst/>
            <a:gdLst>
              <a:gd name="connsiteX0" fmla="*/ 0 w 2030526"/>
              <a:gd name="connsiteY0" fmla="*/ 0 h 3360032"/>
              <a:gd name="connsiteX1" fmla="*/ 2030526 w 2030526"/>
              <a:gd name="connsiteY1" fmla="*/ 0 h 3360032"/>
              <a:gd name="connsiteX2" fmla="*/ 2030526 w 2030526"/>
              <a:gd name="connsiteY2" fmla="*/ 3360032 h 3360032"/>
              <a:gd name="connsiteX3" fmla="*/ 0 w 2030526"/>
              <a:gd name="connsiteY3" fmla="*/ 3360032 h 3360032"/>
            </a:gdLst>
            <a:ahLst/>
            <a:cxnLst>
              <a:cxn ang="0">
                <a:pos x="connsiteX0" y="connsiteY0"/>
              </a:cxn>
              <a:cxn ang="0">
                <a:pos x="connsiteX1" y="connsiteY1"/>
              </a:cxn>
              <a:cxn ang="0">
                <a:pos x="connsiteX2" y="connsiteY2"/>
              </a:cxn>
              <a:cxn ang="0">
                <a:pos x="connsiteX3" y="connsiteY3"/>
              </a:cxn>
            </a:cxnLst>
            <a:rect l="l" t="t" r="r" b="b"/>
            <a:pathLst>
              <a:path w="2030526" h="3360032">
                <a:moveTo>
                  <a:pt x="0" y="0"/>
                </a:moveTo>
                <a:lnTo>
                  <a:pt x="2030526" y="0"/>
                </a:lnTo>
                <a:lnTo>
                  <a:pt x="2030526" y="3360032"/>
                </a:lnTo>
                <a:lnTo>
                  <a:pt x="0" y="3360032"/>
                </a:lnTo>
                <a:close/>
              </a:path>
            </a:pathLst>
          </a:custGeom>
        </p:spPr>
        <p:txBody>
          <a:bodyPr wrap="square">
            <a:noAutofit/>
          </a:bodyPr>
          <a:lstStyle/>
          <a:p>
            <a:endParaRPr lang="zh-CN" altLang="en-US"/>
          </a:p>
        </p:txBody>
      </p:sp>
      <p:sp>
        <p:nvSpPr>
          <p:cNvPr id="13" name="8-Placeholder">
            <a:extLst>
              <a:ext uri="{FF2B5EF4-FFF2-40B4-BE49-F238E27FC236}">
                <a16:creationId xmlns:a16="http://schemas.microsoft.com/office/drawing/2014/main" id="{95D7A3ED-156B-5D64-F4FA-11A126245F84}"/>
              </a:ext>
            </a:extLst>
          </p:cNvPr>
          <p:cNvSpPr>
            <a:spLocks noGrp="1"/>
          </p:cNvSpPr>
          <p:nvPr>
            <p:ph type="pic" sz="quarter" idx="12"/>
          </p:nvPr>
        </p:nvSpPr>
        <p:spPr>
          <a:xfrm>
            <a:off x="7184904" y="2835359"/>
            <a:ext cx="2030526" cy="3360032"/>
          </a:xfrm>
          <a:custGeom>
            <a:avLst/>
            <a:gdLst>
              <a:gd name="connsiteX0" fmla="*/ 0 w 2030526"/>
              <a:gd name="connsiteY0" fmla="*/ 0 h 3360032"/>
              <a:gd name="connsiteX1" fmla="*/ 2030526 w 2030526"/>
              <a:gd name="connsiteY1" fmla="*/ 0 h 3360032"/>
              <a:gd name="connsiteX2" fmla="*/ 2030526 w 2030526"/>
              <a:gd name="connsiteY2" fmla="*/ 3360032 h 3360032"/>
              <a:gd name="connsiteX3" fmla="*/ 0 w 2030526"/>
              <a:gd name="connsiteY3" fmla="*/ 3360032 h 3360032"/>
            </a:gdLst>
            <a:ahLst/>
            <a:cxnLst>
              <a:cxn ang="0">
                <a:pos x="connsiteX0" y="connsiteY0"/>
              </a:cxn>
              <a:cxn ang="0">
                <a:pos x="connsiteX1" y="connsiteY1"/>
              </a:cxn>
              <a:cxn ang="0">
                <a:pos x="connsiteX2" y="connsiteY2"/>
              </a:cxn>
              <a:cxn ang="0">
                <a:pos x="connsiteX3" y="connsiteY3"/>
              </a:cxn>
            </a:cxnLst>
            <a:rect l="l" t="t" r="r" b="b"/>
            <a:pathLst>
              <a:path w="2030526" h="3360032">
                <a:moveTo>
                  <a:pt x="0" y="0"/>
                </a:moveTo>
                <a:lnTo>
                  <a:pt x="2030526" y="0"/>
                </a:lnTo>
                <a:lnTo>
                  <a:pt x="2030526" y="3360032"/>
                </a:lnTo>
                <a:lnTo>
                  <a:pt x="0" y="3360032"/>
                </a:lnTo>
                <a:close/>
              </a:path>
            </a:pathLst>
          </a:custGeom>
        </p:spPr>
        <p:txBody>
          <a:bodyPr wrap="square">
            <a:noAutofit/>
          </a:bodyPr>
          <a:lstStyle/>
          <a:p>
            <a:endParaRPr lang="zh-CN" altLang="en-US"/>
          </a:p>
        </p:txBody>
      </p:sp>
      <p:sp>
        <p:nvSpPr>
          <p:cNvPr id="16" name="9-Placeholder">
            <a:extLst>
              <a:ext uri="{FF2B5EF4-FFF2-40B4-BE49-F238E27FC236}">
                <a16:creationId xmlns:a16="http://schemas.microsoft.com/office/drawing/2014/main" id="{AB209DA1-F3C6-F30E-856C-E3E7FA7164E4}"/>
              </a:ext>
            </a:extLst>
          </p:cNvPr>
          <p:cNvSpPr>
            <a:spLocks noGrp="1"/>
          </p:cNvSpPr>
          <p:nvPr>
            <p:ph type="pic" sz="quarter" idx="13"/>
          </p:nvPr>
        </p:nvSpPr>
        <p:spPr>
          <a:xfrm>
            <a:off x="9410877" y="2835359"/>
            <a:ext cx="2030526" cy="3360032"/>
          </a:xfrm>
          <a:custGeom>
            <a:avLst/>
            <a:gdLst>
              <a:gd name="connsiteX0" fmla="*/ 0 w 2030526"/>
              <a:gd name="connsiteY0" fmla="*/ 0 h 3360032"/>
              <a:gd name="connsiteX1" fmla="*/ 2030526 w 2030526"/>
              <a:gd name="connsiteY1" fmla="*/ 0 h 3360032"/>
              <a:gd name="connsiteX2" fmla="*/ 2030526 w 2030526"/>
              <a:gd name="connsiteY2" fmla="*/ 3360032 h 3360032"/>
              <a:gd name="connsiteX3" fmla="*/ 0 w 2030526"/>
              <a:gd name="connsiteY3" fmla="*/ 3360032 h 3360032"/>
            </a:gdLst>
            <a:ahLst/>
            <a:cxnLst>
              <a:cxn ang="0">
                <a:pos x="connsiteX0" y="connsiteY0"/>
              </a:cxn>
              <a:cxn ang="0">
                <a:pos x="connsiteX1" y="connsiteY1"/>
              </a:cxn>
              <a:cxn ang="0">
                <a:pos x="connsiteX2" y="connsiteY2"/>
              </a:cxn>
              <a:cxn ang="0">
                <a:pos x="connsiteX3" y="connsiteY3"/>
              </a:cxn>
            </a:cxnLst>
            <a:rect l="l" t="t" r="r" b="b"/>
            <a:pathLst>
              <a:path w="2030526" h="3360032">
                <a:moveTo>
                  <a:pt x="0" y="0"/>
                </a:moveTo>
                <a:lnTo>
                  <a:pt x="2030526" y="0"/>
                </a:lnTo>
                <a:lnTo>
                  <a:pt x="2030526" y="3360032"/>
                </a:lnTo>
                <a:lnTo>
                  <a:pt x="0" y="3360032"/>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82297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par>
                                <p:cTn id="26" presetID="10" presetClass="entr" presetSubtype="0" fill="hold" grpId="0" nodeType="withEffect" nodePh="1">
                                  <p:stCondLst>
                                    <p:cond delay="75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50"/>
                                        <p:tgtEl>
                                          <p:spTgt spid="10"/>
                                        </p:tgtEl>
                                      </p:cBhvr>
                                    </p:animEffect>
                                  </p:childTnLst>
                                </p:cTn>
                              </p:par>
                              <p:par>
                                <p:cTn id="29" presetID="42" presetClass="path" presetSubtype="0" decel="50667" fill="hold" grpId="1" nodeType="withEffect" nodePh="1">
                                  <p:stCondLst>
                                    <p:cond delay="750"/>
                                  </p:stCondLst>
                                  <p:endCondLst>
                                    <p:cond evt="begin" delay="0">
                                      <p:tn val="29"/>
                                    </p:cond>
                                  </p:endCondLst>
                                  <p:childTnLst>
                                    <p:animMotion origin="layout" path="M -2.08333E-6 -0.0676 L -2.08333E-6 2.96296E-6 " pathEditMode="relative" rAng="0" ptsTypes="AA">
                                      <p:cBhvr>
                                        <p:cTn id="30" dur="750" fill="hold"/>
                                        <p:tgtEl>
                                          <p:spTgt spid="10"/>
                                        </p:tgtEl>
                                        <p:attrNameLst>
                                          <p:attrName>ppt_x</p:attrName>
                                          <p:attrName>ppt_y</p:attrName>
                                        </p:attrNameLst>
                                      </p:cBhvr>
                                      <p:rCtr x="0" y="3380"/>
                                    </p:animMotion>
                                  </p:childTnLst>
                                </p:cTn>
                              </p:par>
                              <p:par>
                                <p:cTn id="31" presetID="10" presetClass="entr" presetSubtype="0" fill="hold" grpId="0" nodeType="withEffect" nodePh="1">
                                  <p:stCondLst>
                                    <p:cond delay="750"/>
                                  </p:stCondLst>
                                  <p:endCondLst>
                                    <p:cond evt="begin" delay="0">
                                      <p:tn val="31"/>
                                    </p:cond>
                                  </p:endCondLst>
                                  <p:childTnLst>
                                    <p:set>
                                      <p:cBhvr>
                                        <p:cTn id="32" dur="1" fill="hold">
                                          <p:stCondLst>
                                            <p:cond delay="0"/>
                                          </p:stCondLst>
                                        </p:cTn>
                                        <p:tgtEl>
                                          <p:spTgt spid="13"/>
                                        </p:tgtEl>
                                        <p:attrNameLst>
                                          <p:attrName>style.visibility</p:attrName>
                                        </p:attrNameLst>
                                      </p:cBhvr>
                                      <p:to>
                                        <p:strVal val="visible"/>
                                      </p:to>
                                    </p:set>
                                    <p:animEffect transition="in" filter="fade">
                                      <p:cBhvr>
                                        <p:cTn id="33" dur="750"/>
                                        <p:tgtEl>
                                          <p:spTgt spid="13"/>
                                        </p:tgtEl>
                                      </p:cBhvr>
                                    </p:animEffect>
                                  </p:childTnLst>
                                </p:cTn>
                              </p:par>
                              <p:par>
                                <p:cTn id="34" presetID="64" presetClass="path" presetSubtype="0" decel="50667" fill="hold" grpId="1" nodeType="withEffect" nodePh="1">
                                  <p:stCondLst>
                                    <p:cond delay="750"/>
                                  </p:stCondLst>
                                  <p:endCondLst>
                                    <p:cond evt="begin" delay="0">
                                      <p:tn val="34"/>
                                    </p:cond>
                                  </p:endCondLst>
                                  <p:childTnLst>
                                    <p:animMotion origin="layout" path="M 4.79167E-6 0.06829 L 4.79167E-6 -4.44444E-6 " pathEditMode="relative" rAng="0" ptsTypes="AA">
                                      <p:cBhvr>
                                        <p:cTn id="35" dur="750" fill="hold"/>
                                        <p:tgtEl>
                                          <p:spTgt spid="13"/>
                                        </p:tgtEl>
                                        <p:attrNameLst>
                                          <p:attrName>ppt_x</p:attrName>
                                          <p:attrName>ppt_y</p:attrName>
                                        </p:attrNameLst>
                                      </p:cBhvr>
                                      <p:rCtr x="0" y="-3426"/>
                                    </p:animMotion>
                                  </p:childTnLst>
                                </p:cTn>
                              </p:par>
                              <p:par>
                                <p:cTn id="36" presetID="10" presetClass="entr" presetSubtype="0" fill="hold" grpId="0" nodeType="withEffect" nodePh="1">
                                  <p:stCondLst>
                                    <p:cond delay="750"/>
                                  </p:stCondLst>
                                  <p:endCondLst>
                                    <p:cond evt="begin" delay="0">
                                      <p:tn val="36"/>
                                    </p:cond>
                                  </p:endCondLst>
                                  <p:childTnLst>
                                    <p:set>
                                      <p:cBhvr>
                                        <p:cTn id="37" dur="1" fill="hold">
                                          <p:stCondLst>
                                            <p:cond delay="0"/>
                                          </p:stCondLst>
                                        </p:cTn>
                                        <p:tgtEl>
                                          <p:spTgt spid="16"/>
                                        </p:tgtEl>
                                        <p:attrNameLst>
                                          <p:attrName>style.visibility</p:attrName>
                                        </p:attrNameLst>
                                      </p:cBhvr>
                                      <p:to>
                                        <p:strVal val="visible"/>
                                      </p:to>
                                    </p:set>
                                    <p:animEffect transition="in" filter="fade">
                                      <p:cBhvr>
                                        <p:cTn id="38" dur="750"/>
                                        <p:tgtEl>
                                          <p:spTgt spid="16"/>
                                        </p:tgtEl>
                                      </p:cBhvr>
                                    </p:animEffect>
                                  </p:childTnLst>
                                </p:cTn>
                              </p:par>
                              <p:par>
                                <p:cTn id="39" presetID="42" presetClass="path" presetSubtype="0" decel="50667" fill="hold" grpId="1" nodeType="withEffect" nodePh="1">
                                  <p:stCondLst>
                                    <p:cond delay="750"/>
                                  </p:stCondLst>
                                  <p:endCondLst>
                                    <p:cond evt="begin" delay="0">
                                      <p:tn val="39"/>
                                    </p:cond>
                                  </p:endCondLst>
                                  <p:childTnLst>
                                    <p:animMotion origin="layout" path="M -2.08333E-6 -0.0676 L -2.08333E-6 2.96296E-6 " pathEditMode="relative" rAng="0" ptsTypes="AA">
                                      <p:cBhvr>
                                        <p:cTn id="40" dur="750" fill="hold"/>
                                        <p:tgtEl>
                                          <p:spTgt spid="16"/>
                                        </p:tgtEl>
                                        <p:attrNameLst>
                                          <p:attrName>ppt_x</p:attrName>
                                          <p:attrName>ppt_y</p:attrName>
                                        </p:attrNameLst>
                                      </p:cBhvr>
                                      <p:rCtr x="0" y="338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P spid="10" grpId="0"/>
      <p:bldP spid="10" grpId="1"/>
      <p:bldP spid="13" grpId="0"/>
      <p:bldP spid="13" grpId="1"/>
      <p:bldP spid="16" grpId="0"/>
      <p:bldP spid="16" grpId="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7-Placeholder">
            <a:extLst>
              <a:ext uri="{FF2B5EF4-FFF2-40B4-BE49-F238E27FC236}">
                <a16:creationId xmlns:a16="http://schemas.microsoft.com/office/drawing/2014/main" id="{6F631C25-3678-911A-1B76-A11BF054590E}"/>
              </a:ext>
            </a:extLst>
          </p:cNvPr>
          <p:cNvSpPr>
            <a:spLocks noGrp="1"/>
          </p:cNvSpPr>
          <p:nvPr>
            <p:ph type="pic" sz="quarter" idx="11"/>
          </p:nvPr>
        </p:nvSpPr>
        <p:spPr>
          <a:xfrm>
            <a:off x="9277053" y="838202"/>
            <a:ext cx="2075672" cy="2949117"/>
          </a:xfrm>
          <a:custGeom>
            <a:avLst/>
            <a:gdLst>
              <a:gd name="connsiteX0" fmla="*/ 0 w 2075672"/>
              <a:gd name="connsiteY0" fmla="*/ 0 h 2949117"/>
              <a:gd name="connsiteX1" fmla="*/ 2075672 w 2075672"/>
              <a:gd name="connsiteY1" fmla="*/ 0 h 2949117"/>
              <a:gd name="connsiteX2" fmla="*/ 2075672 w 2075672"/>
              <a:gd name="connsiteY2" fmla="*/ 2949117 h 2949117"/>
              <a:gd name="connsiteX3" fmla="*/ 0 w 2075672"/>
              <a:gd name="connsiteY3" fmla="*/ 2949117 h 2949117"/>
            </a:gdLst>
            <a:ahLst/>
            <a:cxnLst>
              <a:cxn ang="0">
                <a:pos x="connsiteX0" y="connsiteY0"/>
              </a:cxn>
              <a:cxn ang="0">
                <a:pos x="connsiteX1" y="connsiteY1"/>
              </a:cxn>
              <a:cxn ang="0">
                <a:pos x="connsiteX2" y="connsiteY2"/>
              </a:cxn>
              <a:cxn ang="0">
                <a:pos x="connsiteX3" y="connsiteY3"/>
              </a:cxn>
            </a:cxnLst>
            <a:rect l="l" t="t" r="r" b="b"/>
            <a:pathLst>
              <a:path w="2075672" h="2949117">
                <a:moveTo>
                  <a:pt x="0" y="0"/>
                </a:moveTo>
                <a:lnTo>
                  <a:pt x="2075672" y="0"/>
                </a:lnTo>
                <a:lnTo>
                  <a:pt x="2075672" y="2949117"/>
                </a:lnTo>
                <a:lnTo>
                  <a:pt x="0" y="2949117"/>
                </a:lnTo>
                <a:close/>
              </a:path>
            </a:pathLst>
          </a:custGeom>
        </p:spPr>
        <p:txBody>
          <a:bodyPr wrap="square">
            <a:noAutofit/>
          </a:bodyPr>
          <a:lstStyle/>
          <a:p>
            <a:endParaRPr lang="zh-CN" altLang="en-US"/>
          </a:p>
        </p:txBody>
      </p:sp>
      <p:sp>
        <p:nvSpPr>
          <p:cNvPr id="13" name="8-Placeholder">
            <a:extLst>
              <a:ext uri="{FF2B5EF4-FFF2-40B4-BE49-F238E27FC236}">
                <a16:creationId xmlns:a16="http://schemas.microsoft.com/office/drawing/2014/main" id="{952BC0E8-94B7-3D4D-103C-93C8E5CBF6EA}"/>
              </a:ext>
            </a:extLst>
          </p:cNvPr>
          <p:cNvSpPr>
            <a:spLocks noGrp="1"/>
          </p:cNvSpPr>
          <p:nvPr>
            <p:ph type="pic" sz="quarter" idx="12"/>
          </p:nvPr>
        </p:nvSpPr>
        <p:spPr>
          <a:xfrm>
            <a:off x="5590490" y="3954030"/>
            <a:ext cx="5762237" cy="2075670"/>
          </a:xfrm>
          <a:custGeom>
            <a:avLst/>
            <a:gdLst>
              <a:gd name="connsiteX0" fmla="*/ 0 w 5762237"/>
              <a:gd name="connsiteY0" fmla="*/ 0 h 2075670"/>
              <a:gd name="connsiteX1" fmla="*/ 5762237 w 5762237"/>
              <a:gd name="connsiteY1" fmla="*/ 0 h 2075670"/>
              <a:gd name="connsiteX2" fmla="*/ 5762237 w 5762237"/>
              <a:gd name="connsiteY2" fmla="*/ 2075670 h 2075670"/>
              <a:gd name="connsiteX3" fmla="*/ 0 w 5762237"/>
              <a:gd name="connsiteY3" fmla="*/ 2075670 h 2075670"/>
            </a:gdLst>
            <a:ahLst/>
            <a:cxnLst>
              <a:cxn ang="0">
                <a:pos x="connsiteX0" y="connsiteY0"/>
              </a:cxn>
              <a:cxn ang="0">
                <a:pos x="connsiteX1" y="connsiteY1"/>
              </a:cxn>
              <a:cxn ang="0">
                <a:pos x="connsiteX2" y="connsiteY2"/>
              </a:cxn>
              <a:cxn ang="0">
                <a:pos x="connsiteX3" y="connsiteY3"/>
              </a:cxn>
            </a:cxnLst>
            <a:rect l="l" t="t" r="r" b="b"/>
            <a:pathLst>
              <a:path w="5762237" h="2075670">
                <a:moveTo>
                  <a:pt x="0" y="0"/>
                </a:moveTo>
                <a:lnTo>
                  <a:pt x="5762237" y="0"/>
                </a:lnTo>
                <a:lnTo>
                  <a:pt x="5762237" y="2075670"/>
                </a:lnTo>
                <a:lnTo>
                  <a:pt x="0" y="2075670"/>
                </a:lnTo>
                <a:close/>
              </a:path>
            </a:pathLst>
          </a:custGeom>
        </p:spPr>
        <p:txBody>
          <a:bodyPr wrap="square">
            <a:noAutofit/>
          </a:bodyPr>
          <a:lstStyle/>
          <a:p>
            <a:endParaRPr lang="zh-CN" altLang="en-US"/>
          </a:p>
        </p:txBody>
      </p:sp>
      <p:sp>
        <p:nvSpPr>
          <p:cNvPr id="16" name="9-Placeholder">
            <a:extLst>
              <a:ext uri="{FF2B5EF4-FFF2-40B4-BE49-F238E27FC236}">
                <a16:creationId xmlns:a16="http://schemas.microsoft.com/office/drawing/2014/main" id="{4F1D6551-78BA-137F-E9EA-4BBBEB8ED238}"/>
              </a:ext>
            </a:extLst>
          </p:cNvPr>
          <p:cNvSpPr>
            <a:spLocks noGrp="1"/>
          </p:cNvSpPr>
          <p:nvPr>
            <p:ph type="pic" sz="quarter" idx="13"/>
          </p:nvPr>
        </p:nvSpPr>
        <p:spPr>
          <a:xfrm>
            <a:off x="1069290" y="3954031"/>
            <a:ext cx="4390333" cy="2075670"/>
          </a:xfrm>
          <a:custGeom>
            <a:avLst/>
            <a:gdLst>
              <a:gd name="connsiteX0" fmla="*/ 0 w 4390333"/>
              <a:gd name="connsiteY0" fmla="*/ 0 h 2075670"/>
              <a:gd name="connsiteX1" fmla="*/ 4390333 w 4390333"/>
              <a:gd name="connsiteY1" fmla="*/ 0 h 2075670"/>
              <a:gd name="connsiteX2" fmla="*/ 4390333 w 4390333"/>
              <a:gd name="connsiteY2" fmla="*/ 2075670 h 2075670"/>
              <a:gd name="connsiteX3" fmla="*/ 0 w 4390333"/>
              <a:gd name="connsiteY3" fmla="*/ 2075670 h 2075670"/>
            </a:gdLst>
            <a:ahLst/>
            <a:cxnLst>
              <a:cxn ang="0">
                <a:pos x="connsiteX0" y="connsiteY0"/>
              </a:cxn>
              <a:cxn ang="0">
                <a:pos x="connsiteX1" y="connsiteY1"/>
              </a:cxn>
              <a:cxn ang="0">
                <a:pos x="connsiteX2" y="connsiteY2"/>
              </a:cxn>
              <a:cxn ang="0">
                <a:pos x="connsiteX3" y="connsiteY3"/>
              </a:cxn>
            </a:cxnLst>
            <a:rect l="l" t="t" r="r" b="b"/>
            <a:pathLst>
              <a:path w="4390333" h="2075670">
                <a:moveTo>
                  <a:pt x="0" y="0"/>
                </a:moveTo>
                <a:lnTo>
                  <a:pt x="4390333" y="0"/>
                </a:lnTo>
                <a:lnTo>
                  <a:pt x="4390333" y="2075670"/>
                </a:lnTo>
                <a:lnTo>
                  <a:pt x="0" y="207567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224574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par>
                                <p:cTn id="26" presetID="10" presetClass="entr" presetSubtype="0" fill="hold" grpId="0" nodeType="withEffect" nodePh="1">
                                  <p:stCondLst>
                                    <p:cond delay="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50"/>
                                        <p:tgtEl>
                                          <p:spTgt spid="10"/>
                                        </p:tgtEl>
                                      </p:cBhvr>
                                    </p:animEffect>
                                  </p:childTnLst>
                                </p:cTn>
                              </p:par>
                              <p:par>
                                <p:cTn id="29" presetID="63" presetClass="path" presetSubtype="0" decel="50000" fill="hold" grpId="1" nodeType="withEffect" nodePh="1">
                                  <p:stCondLst>
                                    <p:cond delay="0"/>
                                  </p:stCondLst>
                                  <p:endCondLst>
                                    <p:cond evt="begin" delay="0">
                                      <p:tn val="29"/>
                                    </p:cond>
                                  </p:endCondLst>
                                  <p:childTnLst>
                                    <p:animMotion origin="layout" path="M -0.01562 4.44444E-6 L 0.11081 4.44444E-6 " pathEditMode="relative" rAng="0" ptsTypes="AA">
                                      <p:cBhvr>
                                        <p:cTn id="30" dur="750" spd="-100000" fill="hold"/>
                                        <p:tgtEl>
                                          <p:spTgt spid="10"/>
                                        </p:tgtEl>
                                        <p:attrNameLst>
                                          <p:attrName>ppt_x</p:attrName>
                                          <p:attrName>ppt_y</p:attrName>
                                        </p:attrNameLst>
                                      </p:cBhvr>
                                      <p:rCtr x="6315" y="0"/>
                                    </p:animMotion>
                                  </p:childTnLst>
                                </p:cTn>
                              </p:par>
                              <p:par>
                                <p:cTn id="31" presetID="35" presetClass="path" presetSubtype="0" decel="50000" fill="hold" grpId="2" nodeType="withEffect" nodePh="1">
                                  <p:stCondLst>
                                    <p:cond delay="750"/>
                                  </p:stCondLst>
                                  <p:endCondLst>
                                    <p:cond evt="begin" delay="0">
                                      <p:tn val="31"/>
                                    </p:cond>
                                  </p:endCondLst>
                                  <p:childTnLst>
                                    <p:animMotion origin="layout" path="M -0.01562 4.44444E-6 L 0 4.44444E-6 " pathEditMode="relative" rAng="0" ptsTypes="AA">
                                      <p:cBhvr>
                                        <p:cTn id="32" dur="750" fill="hold"/>
                                        <p:tgtEl>
                                          <p:spTgt spid="10"/>
                                        </p:tgtEl>
                                        <p:attrNameLst>
                                          <p:attrName>ppt_x</p:attrName>
                                          <p:attrName>ppt_y</p:attrName>
                                        </p:attrNameLst>
                                      </p:cBhvr>
                                      <p:rCtr x="781" y="0"/>
                                    </p:animMotion>
                                  </p:childTnLst>
                                </p:cTn>
                              </p:par>
                              <p:par>
                                <p:cTn id="33" presetID="10" presetClass="entr" presetSubtype="0" fill="hold" grpId="0" nodeType="withEffect" nodePh="1">
                                  <p:stCondLst>
                                    <p:cond delay="0"/>
                                  </p:stCondLst>
                                  <p:endCondLst>
                                    <p:cond evt="begin" delay="0">
                                      <p:tn val="33"/>
                                    </p:cond>
                                  </p:endCondLst>
                                  <p:childTnLst>
                                    <p:set>
                                      <p:cBhvr>
                                        <p:cTn id="34" dur="1" fill="hold">
                                          <p:stCondLst>
                                            <p:cond delay="0"/>
                                          </p:stCondLst>
                                        </p:cTn>
                                        <p:tgtEl>
                                          <p:spTgt spid="13"/>
                                        </p:tgtEl>
                                        <p:attrNameLst>
                                          <p:attrName>style.visibility</p:attrName>
                                        </p:attrNameLst>
                                      </p:cBhvr>
                                      <p:to>
                                        <p:strVal val="visible"/>
                                      </p:to>
                                    </p:set>
                                    <p:animEffect transition="in" filter="fade">
                                      <p:cBhvr>
                                        <p:cTn id="35" dur="750"/>
                                        <p:tgtEl>
                                          <p:spTgt spid="13"/>
                                        </p:tgtEl>
                                      </p:cBhvr>
                                    </p:animEffect>
                                  </p:childTnLst>
                                </p:cTn>
                              </p:par>
                              <p:par>
                                <p:cTn id="36" presetID="64" presetClass="path" presetSubtype="0" decel="50667" fill="hold" grpId="1" nodeType="withEffect" nodePh="1">
                                  <p:stCondLst>
                                    <p:cond delay="0"/>
                                  </p:stCondLst>
                                  <p:endCondLst>
                                    <p:cond evt="begin" delay="0">
                                      <p:tn val="36"/>
                                    </p:cond>
                                  </p:endCondLst>
                                  <p:childTnLst>
                                    <p:animMotion origin="layout" path="M -4.58333E-6 0.03889 L -4.58333E-6 -0.14815 " pathEditMode="relative" rAng="0" ptsTypes="AA">
                                      <p:cBhvr>
                                        <p:cTn id="37" dur="750" spd="-100000" fill="hold"/>
                                        <p:tgtEl>
                                          <p:spTgt spid="13"/>
                                        </p:tgtEl>
                                        <p:attrNameLst>
                                          <p:attrName>ppt_x</p:attrName>
                                          <p:attrName>ppt_y</p:attrName>
                                        </p:attrNameLst>
                                      </p:cBhvr>
                                      <p:rCtr x="0" y="-9352"/>
                                    </p:animMotion>
                                  </p:childTnLst>
                                </p:cTn>
                              </p:par>
                              <p:par>
                                <p:cTn id="38" presetID="64" presetClass="path" presetSubtype="0" decel="50667" fill="hold" grpId="2" nodeType="withEffect" nodePh="1">
                                  <p:stCondLst>
                                    <p:cond delay="750"/>
                                  </p:stCondLst>
                                  <p:endCondLst>
                                    <p:cond evt="begin" delay="0">
                                      <p:tn val="38"/>
                                    </p:cond>
                                  </p:endCondLst>
                                  <p:childTnLst>
                                    <p:animMotion origin="layout" path="M -4.58333E-6 0.03843 L -4.58333E-6 3.7037E-7 " pathEditMode="relative" rAng="0" ptsTypes="AA">
                                      <p:cBhvr>
                                        <p:cTn id="39" dur="750" fill="hold"/>
                                        <p:tgtEl>
                                          <p:spTgt spid="13"/>
                                        </p:tgtEl>
                                        <p:attrNameLst>
                                          <p:attrName>ppt_x</p:attrName>
                                          <p:attrName>ppt_y</p:attrName>
                                        </p:attrNameLst>
                                      </p:cBhvr>
                                      <p:rCtr x="0" y="-1921"/>
                                    </p:animMotion>
                                  </p:childTnLst>
                                </p:cTn>
                              </p:par>
                              <p:par>
                                <p:cTn id="40" presetID="10" presetClass="entr" presetSubtype="0" fill="hold" grpId="0" nodeType="withEffect" nodePh="1">
                                  <p:stCondLst>
                                    <p:cond delay="0"/>
                                  </p:stCondLst>
                                  <p:endCondLst>
                                    <p:cond evt="begin" delay="0">
                                      <p:tn val="40"/>
                                    </p:cond>
                                  </p:endCondLst>
                                  <p:childTnLst>
                                    <p:set>
                                      <p:cBhvr>
                                        <p:cTn id="41" dur="1" fill="hold">
                                          <p:stCondLst>
                                            <p:cond delay="0"/>
                                          </p:stCondLst>
                                        </p:cTn>
                                        <p:tgtEl>
                                          <p:spTgt spid="16"/>
                                        </p:tgtEl>
                                        <p:attrNameLst>
                                          <p:attrName>style.visibility</p:attrName>
                                        </p:attrNameLst>
                                      </p:cBhvr>
                                      <p:to>
                                        <p:strVal val="visible"/>
                                      </p:to>
                                    </p:set>
                                    <p:animEffect transition="in" filter="fade">
                                      <p:cBhvr>
                                        <p:cTn id="42" dur="750"/>
                                        <p:tgtEl>
                                          <p:spTgt spid="16"/>
                                        </p:tgtEl>
                                      </p:cBhvr>
                                    </p:animEffect>
                                  </p:childTnLst>
                                </p:cTn>
                              </p:par>
                              <p:par>
                                <p:cTn id="43" presetID="42" presetClass="path" presetSubtype="0" decel="50667" fill="hold" grpId="1" nodeType="withEffect" nodePh="1">
                                  <p:stCondLst>
                                    <p:cond delay="0"/>
                                  </p:stCondLst>
                                  <p:endCondLst>
                                    <p:cond evt="begin" delay="0">
                                      <p:tn val="43"/>
                                    </p:cond>
                                  </p:endCondLst>
                                  <p:childTnLst>
                                    <p:animMotion origin="layout" path="M -2.70833E-6 -0.03982 L -2.70833E-6 0.14814 " pathEditMode="relative" rAng="0" ptsTypes="AA">
                                      <p:cBhvr>
                                        <p:cTn id="44" dur="750" spd="-100000" fill="hold"/>
                                        <p:tgtEl>
                                          <p:spTgt spid="16"/>
                                        </p:tgtEl>
                                        <p:attrNameLst>
                                          <p:attrName>ppt_x</p:attrName>
                                          <p:attrName>ppt_y</p:attrName>
                                        </p:attrNameLst>
                                      </p:cBhvr>
                                      <p:rCtr x="0" y="9398"/>
                                    </p:animMotion>
                                  </p:childTnLst>
                                </p:cTn>
                              </p:par>
                              <p:par>
                                <p:cTn id="45" presetID="42" presetClass="path" presetSubtype="0" decel="50667" fill="hold" grpId="2" nodeType="withEffect" nodePh="1">
                                  <p:stCondLst>
                                    <p:cond delay="750"/>
                                  </p:stCondLst>
                                  <p:endCondLst>
                                    <p:cond evt="begin" delay="0">
                                      <p:tn val="45"/>
                                    </p:cond>
                                  </p:endCondLst>
                                  <p:childTnLst>
                                    <p:animMotion origin="layout" path="M -2.70833E-6 -0.03982 L -2.70833E-6 4.44444E-6 " pathEditMode="relative" rAng="0" ptsTypes="AA">
                                      <p:cBhvr>
                                        <p:cTn id="46" dur="750" fill="hold"/>
                                        <p:tgtEl>
                                          <p:spTgt spid="16"/>
                                        </p:tgtEl>
                                        <p:attrNameLst>
                                          <p:attrName>ppt_x</p:attrName>
                                          <p:attrName>ppt_y</p:attrName>
                                        </p:attrNameLst>
                                      </p:cBhvr>
                                      <p:rCtr x="0" y="199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P spid="10" grpId="0"/>
      <p:bldP spid="10" grpId="1"/>
      <p:bldP spid="10" grpId="2"/>
      <p:bldP spid="13" grpId="0"/>
      <p:bldP spid="13" grpId="1"/>
      <p:bldP spid="13" grpId="2"/>
      <p:bldP spid="16" grpId="0"/>
      <p:bldP spid="16" grpId="1"/>
      <p:bldP spid="16" grpId="2"/>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7-Placeholder">
            <a:extLst>
              <a:ext uri="{FF2B5EF4-FFF2-40B4-BE49-F238E27FC236}">
                <a16:creationId xmlns:a16="http://schemas.microsoft.com/office/drawing/2014/main" id="{56F0A556-3053-6C5A-B314-8A5201CD1AB5}"/>
              </a:ext>
            </a:extLst>
          </p:cNvPr>
          <p:cNvSpPr>
            <a:spLocks noGrp="1"/>
          </p:cNvSpPr>
          <p:nvPr>
            <p:ph type="pic" sz="quarter" idx="11"/>
          </p:nvPr>
        </p:nvSpPr>
        <p:spPr>
          <a:xfrm>
            <a:off x="471160" y="3327395"/>
            <a:ext cx="2322286" cy="2322286"/>
          </a:xfrm>
          <a:custGeom>
            <a:avLst/>
            <a:gdLst>
              <a:gd name="connsiteX0" fmla="*/ 0 w 2322286"/>
              <a:gd name="connsiteY0" fmla="*/ 0 h 2322286"/>
              <a:gd name="connsiteX1" fmla="*/ 2322286 w 2322286"/>
              <a:gd name="connsiteY1" fmla="*/ 0 h 2322286"/>
              <a:gd name="connsiteX2" fmla="*/ 2322286 w 2322286"/>
              <a:gd name="connsiteY2" fmla="*/ 2322286 h 2322286"/>
              <a:gd name="connsiteX3" fmla="*/ 0 w 2322286"/>
              <a:gd name="connsiteY3" fmla="*/ 2322286 h 2322286"/>
            </a:gdLst>
            <a:ahLst/>
            <a:cxnLst>
              <a:cxn ang="0">
                <a:pos x="connsiteX0" y="connsiteY0"/>
              </a:cxn>
              <a:cxn ang="0">
                <a:pos x="connsiteX1" y="connsiteY1"/>
              </a:cxn>
              <a:cxn ang="0">
                <a:pos x="connsiteX2" y="connsiteY2"/>
              </a:cxn>
              <a:cxn ang="0">
                <a:pos x="connsiteX3" y="connsiteY3"/>
              </a:cxn>
            </a:cxnLst>
            <a:rect l="l" t="t" r="r" b="b"/>
            <a:pathLst>
              <a:path w="2322286" h="2322286">
                <a:moveTo>
                  <a:pt x="0" y="0"/>
                </a:moveTo>
                <a:lnTo>
                  <a:pt x="2322286" y="0"/>
                </a:lnTo>
                <a:lnTo>
                  <a:pt x="2322286" y="2322286"/>
                </a:lnTo>
                <a:lnTo>
                  <a:pt x="0" y="2322286"/>
                </a:lnTo>
                <a:close/>
              </a:path>
            </a:pathLst>
          </a:custGeom>
        </p:spPr>
        <p:txBody>
          <a:bodyPr wrap="square">
            <a:noAutofit/>
          </a:bodyPr>
          <a:lstStyle/>
          <a:p>
            <a:endParaRPr lang="zh-CN" altLang="en-US"/>
          </a:p>
        </p:txBody>
      </p:sp>
      <p:sp>
        <p:nvSpPr>
          <p:cNvPr id="13" name="8-Placeholder">
            <a:extLst>
              <a:ext uri="{FF2B5EF4-FFF2-40B4-BE49-F238E27FC236}">
                <a16:creationId xmlns:a16="http://schemas.microsoft.com/office/drawing/2014/main" id="{5B97520F-3435-B325-B60A-DE634A401EE1}"/>
              </a:ext>
            </a:extLst>
          </p:cNvPr>
          <p:cNvSpPr>
            <a:spLocks noGrp="1"/>
          </p:cNvSpPr>
          <p:nvPr>
            <p:ph type="pic" sz="quarter" idx="12"/>
          </p:nvPr>
        </p:nvSpPr>
        <p:spPr>
          <a:xfrm>
            <a:off x="3040188" y="1640111"/>
            <a:ext cx="2322286" cy="2322286"/>
          </a:xfrm>
          <a:custGeom>
            <a:avLst/>
            <a:gdLst>
              <a:gd name="connsiteX0" fmla="*/ 0 w 2322286"/>
              <a:gd name="connsiteY0" fmla="*/ 0 h 2322286"/>
              <a:gd name="connsiteX1" fmla="*/ 2322286 w 2322286"/>
              <a:gd name="connsiteY1" fmla="*/ 0 h 2322286"/>
              <a:gd name="connsiteX2" fmla="*/ 2322286 w 2322286"/>
              <a:gd name="connsiteY2" fmla="*/ 2322286 h 2322286"/>
              <a:gd name="connsiteX3" fmla="*/ 0 w 2322286"/>
              <a:gd name="connsiteY3" fmla="*/ 2322286 h 2322286"/>
            </a:gdLst>
            <a:ahLst/>
            <a:cxnLst>
              <a:cxn ang="0">
                <a:pos x="connsiteX0" y="connsiteY0"/>
              </a:cxn>
              <a:cxn ang="0">
                <a:pos x="connsiteX1" y="connsiteY1"/>
              </a:cxn>
              <a:cxn ang="0">
                <a:pos x="connsiteX2" y="connsiteY2"/>
              </a:cxn>
              <a:cxn ang="0">
                <a:pos x="connsiteX3" y="connsiteY3"/>
              </a:cxn>
            </a:cxnLst>
            <a:rect l="l" t="t" r="r" b="b"/>
            <a:pathLst>
              <a:path w="2322286" h="2322286">
                <a:moveTo>
                  <a:pt x="0" y="0"/>
                </a:moveTo>
                <a:lnTo>
                  <a:pt x="2322286" y="0"/>
                </a:lnTo>
                <a:lnTo>
                  <a:pt x="2322286" y="2322286"/>
                </a:lnTo>
                <a:lnTo>
                  <a:pt x="0" y="2322286"/>
                </a:lnTo>
                <a:close/>
              </a:path>
            </a:pathLst>
          </a:custGeom>
        </p:spPr>
        <p:txBody>
          <a:bodyPr wrap="square">
            <a:noAutofit/>
          </a:bodyPr>
          <a:lstStyle/>
          <a:p>
            <a:endParaRPr lang="zh-CN" altLang="en-US"/>
          </a:p>
        </p:txBody>
      </p:sp>
      <p:sp>
        <p:nvSpPr>
          <p:cNvPr id="16" name="9-Placeholder">
            <a:extLst>
              <a:ext uri="{FF2B5EF4-FFF2-40B4-BE49-F238E27FC236}">
                <a16:creationId xmlns:a16="http://schemas.microsoft.com/office/drawing/2014/main" id="{98AE7AAC-89D7-2476-4C68-9F11A421EEE8}"/>
              </a:ext>
            </a:extLst>
          </p:cNvPr>
          <p:cNvSpPr>
            <a:spLocks noGrp="1"/>
          </p:cNvSpPr>
          <p:nvPr>
            <p:ph type="pic" sz="quarter" idx="13"/>
          </p:nvPr>
        </p:nvSpPr>
        <p:spPr>
          <a:xfrm>
            <a:off x="5609216" y="2347680"/>
            <a:ext cx="2322286" cy="3302001"/>
          </a:xfrm>
          <a:custGeom>
            <a:avLst/>
            <a:gdLst>
              <a:gd name="connsiteX0" fmla="*/ 0 w 2322286"/>
              <a:gd name="connsiteY0" fmla="*/ 0 h 3302001"/>
              <a:gd name="connsiteX1" fmla="*/ 2322286 w 2322286"/>
              <a:gd name="connsiteY1" fmla="*/ 0 h 3302001"/>
              <a:gd name="connsiteX2" fmla="*/ 2322286 w 2322286"/>
              <a:gd name="connsiteY2" fmla="*/ 3302001 h 3302001"/>
              <a:gd name="connsiteX3" fmla="*/ 0 w 2322286"/>
              <a:gd name="connsiteY3" fmla="*/ 3302001 h 3302001"/>
            </a:gdLst>
            <a:ahLst/>
            <a:cxnLst>
              <a:cxn ang="0">
                <a:pos x="connsiteX0" y="connsiteY0"/>
              </a:cxn>
              <a:cxn ang="0">
                <a:pos x="connsiteX1" y="connsiteY1"/>
              </a:cxn>
              <a:cxn ang="0">
                <a:pos x="connsiteX2" y="connsiteY2"/>
              </a:cxn>
              <a:cxn ang="0">
                <a:pos x="connsiteX3" y="connsiteY3"/>
              </a:cxn>
            </a:cxnLst>
            <a:rect l="l" t="t" r="r" b="b"/>
            <a:pathLst>
              <a:path w="2322286" h="3302001">
                <a:moveTo>
                  <a:pt x="0" y="0"/>
                </a:moveTo>
                <a:lnTo>
                  <a:pt x="2322286" y="0"/>
                </a:lnTo>
                <a:lnTo>
                  <a:pt x="2322286" y="3302001"/>
                </a:lnTo>
                <a:lnTo>
                  <a:pt x="0" y="3302001"/>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25435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par>
                                <p:cTn id="26" presetID="10" presetClass="entr" presetSubtype="0" fill="hold" grpId="0" nodeType="withEffect" nodePh="1">
                                  <p:stCondLst>
                                    <p:cond delay="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50"/>
                                        <p:tgtEl>
                                          <p:spTgt spid="10"/>
                                        </p:tgtEl>
                                      </p:cBhvr>
                                    </p:animEffect>
                                  </p:childTnLst>
                                </p:cTn>
                              </p:par>
                              <p:par>
                                <p:cTn id="29" presetID="42" presetClass="path" presetSubtype="0" decel="50667" fill="hold" grpId="1" nodeType="withEffect" nodePh="1">
                                  <p:stCondLst>
                                    <p:cond delay="0"/>
                                  </p:stCondLst>
                                  <p:endCondLst>
                                    <p:cond evt="begin" delay="0">
                                      <p:tn val="29"/>
                                    </p:cond>
                                  </p:endCondLst>
                                  <p:childTnLst>
                                    <p:animMotion origin="layout" path="M -2.70833E-6 -0.03982 L -2.70833E-6 0.14814 " pathEditMode="relative" rAng="0" ptsTypes="AA">
                                      <p:cBhvr>
                                        <p:cTn id="30" dur="750" spd="-100000" fill="hold"/>
                                        <p:tgtEl>
                                          <p:spTgt spid="10"/>
                                        </p:tgtEl>
                                        <p:attrNameLst>
                                          <p:attrName>ppt_x</p:attrName>
                                          <p:attrName>ppt_y</p:attrName>
                                        </p:attrNameLst>
                                      </p:cBhvr>
                                      <p:rCtr x="0" y="9398"/>
                                    </p:animMotion>
                                  </p:childTnLst>
                                </p:cTn>
                              </p:par>
                              <p:par>
                                <p:cTn id="31" presetID="42" presetClass="path" presetSubtype="0" decel="50667" fill="hold" grpId="2" nodeType="withEffect" nodePh="1">
                                  <p:stCondLst>
                                    <p:cond delay="750"/>
                                  </p:stCondLst>
                                  <p:endCondLst>
                                    <p:cond evt="begin" delay="0">
                                      <p:tn val="31"/>
                                    </p:cond>
                                  </p:endCondLst>
                                  <p:childTnLst>
                                    <p:animMotion origin="layout" path="M -2.70833E-6 -0.03982 L -2.70833E-6 4.44444E-6 " pathEditMode="relative" rAng="0" ptsTypes="AA">
                                      <p:cBhvr>
                                        <p:cTn id="32" dur="750" fill="hold"/>
                                        <p:tgtEl>
                                          <p:spTgt spid="10"/>
                                        </p:tgtEl>
                                        <p:attrNameLst>
                                          <p:attrName>ppt_x</p:attrName>
                                          <p:attrName>ppt_y</p:attrName>
                                        </p:attrNameLst>
                                      </p:cBhvr>
                                      <p:rCtr x="0" y="1991"/>
                                    </p:animMotion>
                                  </p:childTnLst>
                                </p:cTn>
                              </p:par>
                              <p:par>
                                <p:cTn id="33" presetID="10" presetClass="entr" presetSubtype="0" fill="hold" grpId="0" nodeType="withEffect" nodePh="1">
                                  <p:stCondLst>
                                    <p:cond delay="0"/>
                                  </p:stCondLst>
                                  <p:endCondLst>
                                    <p:cond evt="begin" delay="0">
                                      <p:tn val="33"/>
                                    </p:cond>
                                  </p:endCondLst>
                                  <p:childTnLst>
                                    <p:set>
                                      <p:cBhvr>
                                        <p:cTn id="34" dur="1" fill="hold">
                                          <p:stCondLst>
                                            <p:cond delay="0"/>
                                          </p:stCondLst>
                                        </p:cTn>
                                        <p:tgtEl>
                                          <p:spTgt spid="13"/>
                                        </p:tgtEl>
                                        <p:attrNameLst>
                                          <p:attrName>style.visibility</p:attrName>
                                        </p:attrNameLst>
                                      </p:cBhvr>
                                      <p:to>
                                        <p:strVal val="visible"/>
                                      </p:to>
                                    </p:set>
                                    <p:animEffect transition="in" filter="fade">
                                      <p:cBhvr>
                                        <p:cTn id="35" dur="750"/>
                                        <p:tgtEl>
                                          <p:spTgt spid="13"/>
                                        </p:tgtEl>
                                      </p:cBhvr>
                                    </p:animEffect>
                                  </p:childTnLst>
                                </p:cTn>
                              </p:par>
                              <p:par>
                                <p:cTn id="36" presetID="64" presetClass="path" presetSubtype="0" decel="50667" fill="hold" grpId="1" nodeType="withEffect" nodePh="1">
                                  <p:stCondLst>
                                    <p:cond delay="0"/>
                                  </p:stCondLst>
                                  <p:endCondLst>
                                    <p:cond evt="begin" delay="0">
                                      <p:tn val="36"/>
                                    </p:cond>
                                  </p:endCondLst>
                                  <p:childTnLst>
                                    <p:animMotion origin="layout" path="M -4.58333E-6 0.03889 L -4.58333E-6 -0.14815 " pathEditMode="relative" rAng="0" ptsTypes="AA">
                                      <p:cBhvr>
                                        <p:cTn id="37" dur="750" spd="-100000" fill="hold"/>
                                        <p:tgtEl>
                                          <p:spTgt spid="13"/>
                                        </p:tgtEl>
                                        <p:attrNameLst>
                                          <p:attrName>ppt_x</p:attrName>
                                          <p:attrName>ppt_y</p:attrName>
                                        </p:attrNameLst>
                                      </p:cBhvr>
                                      <p:rCtr x="0" y="-9352"/>
                                    </p:animMotion>
                                  </p:childTnLst>
                                </p:cTn>
                              </p:par>
                              <p:par>
                                <p:cTn id="38" presetID="64" presetClass="path" presetSubtype="0" decel="50667" fill="hold" grpId="2" nodeType="withEffect" nodePh="1">
                                  <p:stCondLst>
                                    <p:cond delay="750"/>
                                  </p:stCondLst>
                                  <p:endCondLst>
                                    <p:cond evt="begin" delay="0">
                                      <p:tn val="38"/>
                                    </p:cond>
                                  </p:endCondLst>
                                  <p:childTnLst>
                                    <p:animMotion origin="layout" path="M -4.58333E-6 0.03843 L -4.58333E-6 3.7037E-7 " pathEditMode="relative" rAng="0" ptsTypes="AA">
                                      <p:cBhvr>
                                        <p:cTn id="39" dur="750" fill="hold"/>
                                        <p:tgtEl>
                                          <p:spTgt spid="13"/>
                                        </p:tgtEl>
                                        <p:attrNameLst>
                                          <p:attrName>ppt_x</p:attrName>
                                          <p:attrName>ppt_y</p:attrName>
                                        </p:attrNameLst>
                                      </p:cBhvr>
                                      <p:rCtr x="0" y="-1921"/>
                                    </p:animMotion>
                                  </p:childTnLst>
                                </p:cTn>
                              </p:par>
                              <p:par>
                                <p:cTn id="40" presetID="10" presetClass="entr" presetSubtype="0" fill="hold" grpId="0" nodeType="withEffect" nodePh="1">
                                  <p:stCondLst>
                                    <p:cond delay="0"/>
                                  </p:stCondLst>
                                  <p:endCondLst>
                                    <p:cond evt="begin" delay="0">
                                      <p:tn val="40"/>
                                    </p:cond>
                                  </p:endCondLst>
                                  <p:childTnLst>
                                    <p:set>
                                      <p:cBhvr>
                                        <p:cTn id="41" dur="1" fill="hold">
                                          <p:stCondLst>
                                            <p:cond delay="0"/>
                                          </p:stCondLst>
                                        </p:cTn>
                                        <p:tgtEl>
                                          <p:spTgt spid="16"/>
                                        </p:tgtEl>
                                        <p:attrNameLst>
                                          <p:attrName>style.visibility</p:attrName>
                                        </p:attrNameLst>
                                      </p:cBhvr>
                                      <p:to>
                                        <p:strVal val="visible"/>
                                      </p:to>
                                    </p:set>
                                    <p:animEffect transition="in" filter="fade">
                                      <p:cBhvr>
                                        <p:cTn id="42" dur="750"/>
                                        <p:tgtEl>
                                          <p:spTgt spid="16"/>
                                        </p:tgtEl>
                                      </p:cBhvr>
                                    </p:animEffect>
                                  </p:childTnLst>
                                </p:cTn>
                              </p:par>
                              <p:par>
                                <p:cTn id="43" presetID="42" presetClass="path" presetSubtype="0" decel="50667" fill="hold" grpId="1" nodeType="withEffect" nodePh="1">
                                  <p:stCondLst>
                                    <p:cond delay="0"/>
                                  </p:stCondLst>
                                  <p:endCondLst>
                                    <p:cond evt="begin" delay="0">
                                      <p:tn val="43"/>
                                    </p:cond>
                                  </p:endCondLst>
                                  <p:childTnLst>
                                    <p:animMotion origin="layout" path="M -2.70833E-6 -0.03982 L -2.70833E-6 0.14814 " pathEditMode="relative" rAng="0" ptsTypes="AA">
                                      <p:cBhvr>
                                        <p:cTn id="44" dur="750" spd="-100000" fill="hold"/>
                                        <p:tgtEl>
                                          <p:spTgt spid="16"/>
                                        </p:tgtEl>
                                        <p:attrNameLst>
                                          <p:attrName>ppt_x</p:attrName>
                                          <p:attrName>ppt_y</p:attrName>
                                        </p:attrNameLst>
                                      </p:cBhvr>
                                      <p:rCtr x="0" y="9398"/>
                                    </p:animMotion>
                                  </p:childTnLst>
                                </p:cTn>
                              </p:par>
                              <p:par>
                                <p:cTn id="45" presetID="42" presetClass="path" presetSubtype="0" decel="50667" fill="hold" grpId="2" nodeType="withEffect" nodePh="1">
                                  <p:stCondLst>
                                    <p:cond delay="750"/>
                                  </p:stCondLst>
                                  <p:endCondLst>
                                    <p:cond evt="begin" delay="0">
                                      <p:tn val="45"/>
                                    </p:cond>
                                  </p:endCondLst>
                                  <p:childTnLst>
                                    <p:animMotion origin="layout" path="M -2.70833E-6 -0.03982 L -2.70833E-6 4.44444E-6 " pathEditMode="relative" rAng="0" ptsTypes="AA">
                                      <p:cBhvr>
                                        <p:cTn id="46" dur="750" fill="hold"/>
                                        <p:tgtEl>
                                          <p:spTgt spid="16"/>
                                        </p:tgtEl>
                                        <p:attrNameLst>
                                          <p:attrName>ppt_x</p:attrName>
                                          <p:attrName>ppt_y</p:attrName>
                                        </p:attrNameLst>
                                      </p:cBhvr>
                                      <p:rCtr x="0" y="199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P spid="10" grpId="0"/>
      <p:bldP spid="10" grpId="1"/>
      <p:bldP spid="10" grpId="2"/>
      <p:bldP spid="13" grpId="0"/>
      <p:bldP spid="13" grpId="1"/>
      <p:bldP spid="13" grpId="2"/>
      <p:bldP spid="16" grpId="0"/>
      <p:bldP spid="16" grpId="1"/>
      <p:bldP spid="16" grpId="2"/>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7-Placeholder">
            <a:extLst>
              <a:ext uri="{FF2B5EF4-FFF2-40B4-BE49-F238E27FC236}">
                <a16:creationId xmlns:a16="http://schemas.microsoft.com/office/drawing/2014/main" id="{5D5EA0F8-850A-68D9-F730-88141D6AC7AE}"/>
              </a:ext>
            </a:extLst>
          </p:cNvPr>
          <p:cNvSpPr>
            <a:spLocks noGrp="1"/>
          </p:cNvSpPr>
          <p:nvPr>
            <p:ph type="pic" sz="quarter" idx="11"/>
          </p:nvPr>
        </p:nvSpPr>
        <p:spPr>
          <a:xfrm>
            <a:off x="1191831" y="1674740"/>
            <a:ext cx="4103848" cy="1754260"/>
          </a:xfrm>
          <a:custGeom>
            <a:avLst/>
            <a:gdLst>
              <a:gd name="connsiteX0" fmla="*/ 0 w 4103848"/>
              <a:gd name="connsiteY0" fmla="*/ 0 h 1754260"/>
              <a:gd name="connsiteX1" fmla="*/ 4103848 w 4103848"/>
              <a:gd name="connsiteY1" fmla="*/ 0 h 1754260"/>
              <a:gd name="connsiteX2" fmla="*/ 4103848 w 4103848"/>
              <a:gd name="connsiteY2" fmla="*/ 1754260 h 1754260"/>
              <a:gd name="connsiteX3" fmla="*/ 0 w 4103848"/>
              <a:gd name="connsiteY3" fmla="*/ 1754260 h 1754260"/>
            </a:gdLst>
            <a:ahLst/>
            <a:cxnLst>
              <a:cxn ang="0">
                <a:pos x="connsiteX0" y="connsiteY0"/>
              </a:cxn>
              <a:cxn ang="0">
                <a:pos x="connsiteX1" y="connsiteY1"/>
              </a:cxn>
              <a:cxn ang="0">
                <a:pos x="connsiteX2" y="connsiteY2"/>
              </a:cxn>
              <a:cxn ang="0">
                <a:pos x="connsiteX3" y="connsiteY3"/>
              </a:cxn>
            </a:cxnLst>
            <a:rect l="l" t="t" r="r" b="b"/>
            <a:pathLst>
              <a:path w="4103848" h="1754260">
                <a:moveTo>
                  <a:pt x="0" y="0"/>
                </a:moveTo>
                <a:lnTo>
                  <a:pt x="4103848" y="0"/>
                </a:lnTo>
                <a:lnTo>
                  <a:pt x="4103848" y="1754260"/>
                </a:lnTo>
                <a:lnTo>
                  <a:pt x="0" y="1754260"/>
                </a:lnTo>
                <a:close/>
              </a:path>
            </a:pathLst>
          </a:custGeom>
          <a:effectLst>
            <a:reflection blurRad="76200" stA="52000" endA="300" endPos="35000" dist="63500" dir="5400000" sy="-100000" algn="bl" rotWithShape="0"/>
          </a:effectLst>
        </p:spPr>
        <p:txBody>
          <a:bodyPr wrap="square">
            <a:noAutofit/>
          </a:bodyPr>
          <a:lstStyle/>
          <a:p>
            <a:endParaRPr lang="zh-CN" altLang="en-US"/>
          </a:p>
        </p:txBody>
      </p:sp>
      <p:sp>
        <p:nvSpPr>
          <p:cNvPr id="13" name="8-Placeholder">
            <a:extLst>
              <a:ext uri="{FF2B5EF4-FFF2-40B4-BE49-F238E27FC236}">
                <a16:creationId xmlns:a16="http://schemas.microsoft.com/office/drawing/2014/main" id="{7D304C3B-668C-EAD7-9411-08AF681FF3A6}"/>
              </a:ext>
            </a:extLst>
          </p:cNvPr>
          <p:cNvSpPr>
            <a:spLocks noGrp="1"/>
          </p:cNvSpPr>
          <p:nvPr>
            <p:ph type="pic" sz="quarter" idx="12"/>
          </p:nvPr>
        </p:nvSpPr>
        <p:spPr>
          <a:xfrm>
            <a:off x="6896322" y="1674740"/>
            <a:ext cx="4103850" cy="1754260"/>
          </a:xfrm>
          <a:custGeom>
            <a:avLst/>
            <a:gdLst>
              <a:gd name="connsiteX0" fmla="*/ 0 w 4103850"/>
              <a:gd name="connsiteY0" fmla="*/ 0 h 1754260"/>
              <a:gd name="connsiteX1" fmla="*/ 4103850 w 4103850"/>
              <a:gd name="connsiteY1" fmla="*/ 0 h 1754260"/>
              <a:gd name="connsiteX2" fmla="*/ 4103850 w 4103850"/>
              <a:gd name="connsiteY2" fmla="*/ 1754260 h 1754260"/>
              <a:gd name="connsiteX3" fmla="*/ 0 w 4103850"/>
              <a:gd name="connsiteY3" fmla="*/ 1754260 h 1754260"/>
            </a:gdLst>
            <a:ahLst/>
            <a:cxnLst>
              <a:cxn ang="0">
                <a:pos x="connsiteX0" y="connsiteY0"/>
              </a:cxn>
              <a:cxn ang="0">
                <a:pos x="connsiteX1" y="connsiteY1"/>
              </a:cxn>
              <a:cxn ang="0">
                <a:pos x="connsiteX2" y="connsiteY2"/>
              </a:cxn>
              <a:cxn ang="0">
                <a:pos x="connsiteX3" y="connsiteY3"/>
              </a:cxn>
            </a:cxnLst>
            <a:rect l="l" t="t" r="r" b="b"/>
            <a:pathLst>
              <a:path w="4103850" h="1754260">
                <a:moveTo>
                  <a:pt x="0" y="0"/>
                </a:moveTo>
                <a:lnTo>
                  <a:pt x="4103850" y="0"/>
                </a:lnTo>
                <a:lnTo>
                  <a:pt x="4103850" y="1754260"/>
                </a:lnTo>
                <a:lnTo>
                  <a:pt x="0" y="1754260"/>
                </a:lnTo>
                <a:close/>
              </a:path>
            </a:pathLst>
          </a:custGeom>
          <a:effectLst>
            <a:reflection blurRad="76200" stA="52000" endA="300" endPos="35000" dist="63500" dir="5400000" sy="-100000" algn="bl" rotWithShape="0"/>
          </a:effectLst>
        </p:spPr>
        <p:txBody>
          <a:bodyPr wrap="square">
            <a:noAutofit/>
          </a:bodyPr>
          <a:lstStyle/>
          <a:p>
            <a:endParaRPr lang="zh-CN" altLang="en-US"/>
          </a:p>
        </p:txBody>
      </p:sp>
    </p:spTree>
    <p:extLst>
      <p:ext uri="{BB962C8B-B14F-4D97-AF65-F5344CB8AC3E}">
        <p14:creationId xmlns:p14="http://schemas.microsoft.com/office/powerpoint/2010/main" val="125315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par>
                                <p:cTn id="26" presetID="10" presetClass="entr" presetSubtype="0" fill="hold" grpId="0" nodeType="withEffect" nodePh="1">
                                  <p:stCondLst>
                                    <p:cond delay="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50"/>
                                        <p:tgtEl>
                                          <p:spTgt spid="10"/>
                                        </p:tgtEl>
                                      </p:cBhvr>
                                    </p:animEffect>
                                  </p:childTnLst>
                                </p:cTn>
                              </p:par>
                              <p:par>
                                <p:cTn id="29" presetID="63" presetClass="path" presetSubtype="0" decel="50000" fill="hold" grpId="1" nodeType="withEffect" nodePh="1">
                                  <p:stCondLst>
                                    <p:cond delay="0"/>
                                  </p:stCondLst>
                                  <p:endCondLst>
                                    <p:cond evt="begin" delay="0">
                                      <p:tn val="29"/>
                                    </p:cond>
                                  </p:endCondLst>
                                  <p:childTnLst>
                                    <p:animMotion origin="layout" path="M 0.01523 3.7037E-7 L -0.10885 3.7037E-7 " pathEditMode="relative" rAng="0" ptsTypes="AA">
                                      <p:cBhvr>
                                        <p:cTn id="30" dur="750" spd="-100000" fill="hold"/>
                                        <p:tgtEl>
                                          <p:spTgt spid="10"/>
                                        </p:tgtEl>
                                        <p:attrNameLst>
                                          <p:attrName>ppt_x</p:attrName>
                                          <p:attrName>ppt_y</p:attrName>
                                        </p:attrNameLst>
                                      </p:cBhvr>
                                      <p:rCtr x="-6211" y="0"/>
                                    </p:animMotion>
                                  </p:childTnLst>
                                </p:cTn>
                              </p:par>
                              <p:par>
                                <p:cTn id="31" presetID="35" presetClass="path" presetSubtype="0" decel="50000" fill="hold" grpId="2" nodeType="withEffect" nodePh="1">
                                  <p:stCondLst>
                                    <p:cond delay="750"/>
                                  </p:stCondLst>
                                  <p:endCondLst>
                                    <p:cond evt="begin" delay="0">
                                      <p:tn val="31"/>
                                    </p:cond>
                                  </p:endCondLst>
                                  <p:childTnLst>
                                    <p:animMotion origin="layout" path="M 0.01601 3.7037E-7 L 8.33333E-7 3.7037E-7 " pathEditMode="relative" rAng="0" ptsTypes="AA">
                                      <p:cBhvr>
                                        <p:cTn id="32" dur="750" fill="hold"/>
                                        <p:tgtEl>
                                          <p:spTgt spid="10"/>
                                        </p:tgtEl>
                                        <p:attrNameLst>
                                          <p:attrName>ppt_x</p:attrName>
                                          <p:attrName>ppt_y</p:attrName>
                                        </p:attrNameLst>
                                      </p:cBhvr>
                                      <p:rCtr x="-807" y="0"/>
                                    </p:animMotion>
                                  </p:childTnLst>
                                </p:cTn>
                              </p:par>
                              <p:par>
                                <p:cTn id="33" presetID="10" presetClass="entr" presetSubtype="0" fill="hold" grpId="0" nodeType="withEffect" nodePh="1">
                                  <p:stCondLst>
                                    <p:cond delay="0"/>
                                  </p:stCondLst>
                                  <p:endCondLst>
                                    <p:cond evt="begin" delay="0">
                                      <p:tn val="33"/>
                                    </p:cond>
                                  </p:endCondLst>
                                  <p:childTnLst>
                                    <p:set>
                                      <p:cBhvr>
                                        <p:cTn id="34" dur="1" fill="hold">
                                          <p:stCondLst>
                                            <p:cond delay="0"/>
                                          </p:stCondLst>
                                        </p:cTn>
                                        <p:tgtEl>
                                          <p:spTgt spid="13"/>
                                        </p:tgtEl>
                                        <p:attrNameLst>
                                          <p:attrName>style.visibility</p:attrName>
                                        </p:attrNameLst>
                                      </p:cBhvr>
                                      <p:to>
                                        <p:strVal val="visible"/>
                                      </p:to>
                                    </p:set>
                                    <p:animEffect transition="in" filter="fade">
                                      <p:cBhvr>
                                        <p:cTn id="35" dur="750"/>
                                        <p:tgtEl>
                                          <p:spTgt spid="13"/>
                                        </p:tgtEl>
                                      </p:cBhvr>
                                    </p:animEffect>
                                  </p:childTnLst>
                                </p:cTn>
                              </p:par>
                              <p:par>
                                <p:cTn id="36" presetID="63" presetClass="path" presetSubtype="0" decel="50000" fill="hold" grpId="1" nodeType="withEffect" nodePh="1">
                                  <p:stCondLst>
                                    <p:cond delay="0"/>
                                  </p:stCondLst>
                                  <p:endCondLst>
                                    <p:cond evt="begin" delay="0">
                                      <p:tn val="36"/>
                                    </p:cond>
                                  </p:endCondLst>
                                  <p:childTnLst>
                                    <p:animMotion origin="layout" path="M -0.01562 4.44444E-6 L 0.11081 4.44444E-6 " pathEditMode="relative" rAng="0" ptsTypes="AA">
                                      <p:cBhvr>
                                        <p:cTn id="37" dur="750" spd="-100000" fill="hold"/>
                                        <p:tgtEl>
                                          <p:spTgt spid="13"/>
                                        </p:tgtEl>
                                        <p:attrNameLst>
                                          <p:attrName>ppt_x</p:attrName>
                                          <p:attrName>ppt_y</p:attrName>
                                        </p:attrNameLst>
                                      </p:cBhvr>
                                      <p:rCtr x="6315" y="0"/>
                                    </p:animMotion>
                                  </p:childTnLst>
                                </p:cTn>
                              </p:par>
                              <p:par>
                                <p:cTn id="38" presetID="35" presetClass="path" presetSubtype="0" decel="50000" fill="hold" grpId="2" nodeType="withEffect" nodePh="1">
                                  <p:stCondLst>
                                    <p:cond delay="750"/>
                                  </p:stCondLst>
                                  <p:endCondLst>
                                    <p:cond evt="begin" delay="0">
                                      <p:tn val="38"/>
                                    </p:cond>
                                  </p:endCondLst>
                                  <p:childTnLst>
                                    <p:animMotion origin="layout" path="M -0.01562 4.44444E-6 L 0 4.44444E-6 " pathEditMode="relative" rAng="0" ptsTypes="AA">
                                      <p:cBhvr>
                                        <p:cTn id="39" dur="750" fill="hold"/>
                                        <p:tgtEl>
                                          <p:spTgt spid="13"/>
                                        </p:tgtEl>
                                        <p:attrNameLst>
                                          <p:attrName>ppt_x</p:attrName>
                                          <p:attrName>ppt_y</p:attrName>
                                        </p:attrNameLst>
                                      </p:cBhvr>
                                      <p:rCtr x="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P spid="10" grpId="0"/>
      <p:bldP spid="10" grpId="1"/>
      <p:bldP spid="10" grpId="2"/>
      <p:bldP spid="13" grpId="0"/>
      <p:bldP spid="13" grpId="1"/>
      <p:bldP spid="13" grpId="2"/>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7-Placeholder">
            <a:extLst>
              <a:ext uri="{FF2B5EF4-FFF2-40B4-BE49-F238E27FC236}">
                <a16:creationId xmlns:a16="http://schemas.microsoft.com/office/drawing/2014/main" id="{6E6161D7-016E-A734-2EF0-AF1B4502A4F4}"/>
              </a:ext>
            </a:extLst>
          </p:cNvPr>
          <p:cNvSpPr>
            <a:spLocks noGrp="1"/>
          </p:cNvSpPr>
          <p:nvPr>
            <p:ph type="pic" sz="quarter" idx="11"/>
          </p:nvPr>
        </p:nvSpPr>
        <p:spPr>
          <a:xfrm>
            <a:off x="6210333" y="1627480"/>
            <a:ext cx="3150061" cy="4725092"/>
          </a:xfrm>
          <a:custGeom>
            <a:avLst/>
            <a:gdLst>
              <a:gd name="connsiteX0" fmla="*/ 0 w 3150061"/>
              <a:gd name="connsiteY0" fmla="*/ 0 h 4725092"/>
              <a:gd name="connsiteX1" fmla="*/ 3150061 w 3150061"/>
              <a:gd name="connsiteY1" fmla="*/ 0 h 4725092"/>
              <a:gd name="connsiteX2" fmla="*/ 3150061 w 3150061"/>
              <a:gd name="connsiteY2" fmla="*/ 4725092 h 4725092"/>
              <a:gd name="connsiteX3" fmla="*/ 0 w 3150061"/>
              <a:gd name="connsiteY3" fmla="*/ 4725092 h 4725092"/>
            </a:gdLst>
            <a:ahLst/>
            <a:cxnLst>
              <a:cxn ang="0">
                <a:pos x="connsiteX0" y="connsiteY0"/>
              </a:cxn>
              <a:cxn ang="0">
                <a:pos x="connsiteX1" y="connsiteY1"/>
              </a:cxn>
              <a:cxn ang="0">
                <a:pos x="connsiteX2" y="connsiteY2"/>
              </a:cxn>
              <a:cxn ang="0">
                <a:pos x="connsiteX3" y="connsiteY3"/>
              </a:cxn>
            </a:cxnLst>
            <a:rect l="l" t="t" r="r" b="b"/>
            <a:pathLst>
              <a:path w="3150061" h="4725092">
                <a:moveTo>
                  <a:pt x="0" y="0"/>
                </a:moveTo>
                <a:lnTo>
                  <a:pt x="3150061" y="0"/>
                </a:lnTo>
                <a:lnTo>
                  <a:pt x="3150061" y="4725092"/>
                </a:lnTo>
                <a:lnTo>
                  <a:pt x="0" y="4725092"/>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11129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par>
                                <p:cTn id="26" presetID="10" presetClass="entr" presetSubtype="0" fill="hold" grpId="0" nodeType="withEffect" nodePh="1">
                                  <p:stCondLst>
                                    <p:cond delay="75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50"/>
                                        <p:tgtEl>
                                          <p:spTgt spid="10"/>
                                        </p:tgtEl>
                                      </p:cBhvr>
                                    </p:animEffect>
                                  </p:childTnLst>
                                </p:cTn>
                              </p:par>
                              <p:par>
                                <p:cTn id="29" presetID="42" presetClass="path" presetSubtype="0" decel="50667" fill="hold" grpId="1" nodeType="withEffect" nodePh="1">
                                  <p:stCondLst>
                                    <p:cond delay="750"/>
                                  </p:stCondLst>
                                  <p:endCondLst>
                                    <p:cond evt="begin" delay="0">
                                      <p:tn val="29"/>
                                    </p:cond>
                                  </p:endCondLst>
                                  <p:childTnLst>
                                    <p:animMotion origin="layout" path="M -2.08333E-6 -0.0676 L -2.08333E-6 2.96296E-6 " pathEditMode="relative" rAng="0" ptsTypes="AA">
                                      <p:cBhvr>
                                        <p:cTn id="30" dur="750" fill="hold"/>
                                        <p:tgtEl>
                                          <p:spTgt spid="10"/>
                                        </p:tgtEl>
                                        <p:attrNameLst>
                                          <p:attrName>ppt_x</p:attrName>
                                          <p:attrName>ppt_y</p:attrName>
                                        </p:attrNameLst>
                                      </p:cBhvr>
                                      <p:rCtr x="0" y="338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P spid="10" grpId="0"/>
      <p:bldP spid="10" grpId="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7-Placeholder">
            <a:extLst>
              <a:ext uri="{FF2B5EF4-FFF2-40B4-BE49-F238E27FC236}">
                <a16:creationId xmlns:a16="http://schemas.microsoft.com/office/drawing/2014/main" id="{FD082087-6D09-640D-3C64-A69A6B45D165}"/>
              </a:ext>
            </a:extLst>
          </p:cNvPr>
          <p:cNvSpPr>
            <a:spLocks noGrp="1"/>
          </p:cNvSpPr>
          <p:nvPr>
            <p:ph type="pic" sz="quarter" idx="11"/>
          </p:nvPr>
        </p:nvSpPr>
        <p:spPr>
          <a:xfrm>
            <a:off x="1486400" y="2551870"/>
            <a:ext cx="3281706" cy="1754260"/>
          </a:xfrm>
          <a:custGeom>
            <a:avLst/>
            <a:gdLst>
              <a:gd name="connsiteX0" fmla="*/ 0 w 3281706"/>
              <a:gd name="connsiteY0" fmla="*/ 0 h 1754260"/>
              <a:gd name="connsiteX1" fmla="*/ 3281706 w 3281706"/>
              <a:gd name="connsiteY1" fmla="*/ 0 h 1754260"/>
              <a:gd name="connsiteX2" fmla="*/ 3281706 w 3281706"/>
              <a:gd name="connsiteY2" fmla="*/ 1754260 h 1754260"/>
              <a:gd name="connsiteX3" fmla="*/ 0 w 3281706"/>
              <a:gd name="connsiteY3" fmla="*/ 1754260 h 1754260"/>
            </a:gdLst>
            <a:ahLst/>
            <a:cxnLst>
              <a:cxn ang="0">
                <a:pos x="connsiteX0" y="connsiteY0"/>
              </a:cxn>
              <a:cxn ang="0">
                <a:pos x="connsiteX1" y="connsiteY1"/>
              </a:cxn>
              <a:cxn ang="0">
                <a:pos x="connsiteX2" y="connsiteY2"/>
              </a:cxn>
              <a:cxn ang="0">
                <a:pos x="connsiteX3" y="connsiteY3"/>
              </a:cxn>
            </a:cxnLst>
            <a:rect l="l" t="t" r="r" b="b"/>
            <a:pathLst>
              <a:path w="3281706" h="1754260">
                <a:moveTo>
                  <a:pt x="0" y="0"/>
                </a:moveTo>
                <a:lnTo>
                  <a:pt x="3281706" y="0"/>
                </a:lnTo>
                <a:lnTo>
                  <a:pt x="3281706" y="1754260"/>
                </a:lnTo>
                <a:lnTo>
                  <a:pt x="0" y="1754260"/>
                </a:lnTo>
                <a:close/>
              </a:path>
            </a:pathLst>
          </a:custGeom>
          <a:effectLst>
            <a:reflection blurRad="76200" stA="52000" endA="300" endPos="35000" dist="63500" dir="5400000" sy="-100000" algn="bl" rotWithShape="0"/>
          </a:effectLst>
        </p:spPr>
        <p:txBody>
          <a:bodyPr wrap="square">
            <a:noAutofit/>
          </a:bodyPr>
          <a:lstStyle/>
          <a:p>
            <a:endParaRPr lang="zh-CN" altLang="en-US"/>
          </a:p>
        </p:txBody>
      </p:sp>
      <p:sp>
        <p:nvSpPr>
          <p:cNvPr id="13" name="8-Placeholder">
            <a:extLst>
              <a:ext uri="{FF2B5EF4-FFF2-40B4-BE49-F238E27FC236}">
                <a16:creationId xmlns:a16="http://schemas.microsoft.com/office/drawing/2014/main" id="{32C32D79-DB81-1308-A87A-31AF0052BF98}"/>
              </a:ext>
            </a:extLst>
          </p:cNvPr>
          <p:cNvSpPr>
            <a:spLocks noGrp="1"/>
          </p:cNvSpPr>
          <p:nvPr>
            <p:ph type="pic" sz="quarter" idx="12"/>
          </p:nvPr>
        </p:nvSpPr>
        <p:spPr>
          <a:xfrm>
            <a:off x="7196550" y="2551870"/>
            <a:ext cx="3282519" cy="1754260"/>
          </a:xfrm>
          <a:custGeom>
            <a:avLst/>
            <a:gdLst>
              <a:gd name="connsiteX0" fmla="*/ 0 w 3282519"/>
              <a:gd name="connsiteY0" fmla="*/ 0 h 1754260"/>
              <a:gd name="connsiteX1" fmla="*/ 3282519 w 3282519"/>
              <a:gd name="connsiteY1" fmla="*/ 0 h 1754260"/>
              <a:gd name="connsiteX2" fmla="*/ 3282519 w 3282519"/>
              <a:gd name="connsiteY2" fmla="*/ 1754260 h 1754260"/>
              <a:gd name="connsiteX3" fmla="*/ 0 w 3282519"/>
              <a:gd name="connsiteY3" fmla="*/ 1754260 h 1754260"/>
            </a:gdLst>
            <a:ahLst/>
            <a:cxnLst>
              <a:cxn ang="0">
                <a:pos x="connsiteX0" y="connsiteY0"/>
              </a:cxn>
              <a:cxn ang="0">
                <a:pos x="connsiteX1" y="connsiteY1"/>
              </a:cxn>
              <a:cxn ang="0">
                <a:pos x="connsiteX2" y="connsiteY2"/>
              </a:cxn>
              <a:cxn ang="0">
                <a:pos x="connsiteX3" y="connsiteY3"/>
              </a:cxn>
            </a:cxnLst>
            <a:rect l="l" t="t" r="r" b="b"/>
            <a:pathLst>
              <a:path w="3282519" h="1754260">
                <a:moveTo>
                  <a:pt x="0" y="0"/>
                </a:moveTo>
                <a:lnTo>
                  <a:pt x="3282519" y="0"/>
                </a:lnTo>
                <a:lnTo>
                  <a:pt x="3282519" y="1754260"/>
                </a:lnTo>
                <a:lnTo>
                  <a:pt x="0" y="1754260"/>
                </a:lnTo>
                <a:close/>
              </a:path>
            </a:pathLst>
          </a:custGeom>
          <a:effectLst>
            <a:reflection blurRad="76200" stA="52000" endA="300" endPos="35000" dist="63500" dir="5400000" sy="-100000" algn="bl" rotWithShape="0"/>
          </a:effectLst>
        </p:spPr>
        <p:txBody>
          <a:bodyPr wrap="square">
            <a:noAutofit/>
          </a:bodyPr>
          <a:lstStyle/>
          <a:p>
            <a:endParaRPr lang="zh-CN" altLang="en-US"/>
          </a:p>
        </p:txBody>
      </p:sp>
    </p:spTree>
    <p:extLst>
      <p:ext uri="{BB962C8B-B14F-4D97-AF65-F5344CB8AC3E}">
        <p14:creationId xmlns:p14="http://schemas.microsoft.com/office/powerpoint/2010/main" val="343709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par>
                                <p:cTn id="26" presetID="10" presetClass="entr" presetSubtype="0" fill="hold" grpId="0" nodeType="withEffect" nodePh="1">
                                  <p:stCondLst>
                                    <p:cond delay="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50"/>
                                        <p:tgtEl>
                                          <p:spTgt spid="10"/>
                                        </p:tgtEl>
                                      </p:cBhvr>
                                    </p:animEffect>
                                  </p:childTnLst>
                                </p:cTn>
                              </p:par>
                              <p:par>
                                <p:cTn id="29" presetID="63" presetClass="path" presetSubtype="0" decel="50000" fill="hold" grpId="1" nodeType="withEffect" nodePh="1">
                                  <p:stCondLst>
                                    <p:cond delay="0"/>
                                  </p:stCondLst>
                                  <p:endCondLst>
                                    <p:cond evt="begin" delay="0">
                                      <p:tn val="29"/>
                                    </p:cond>
                                  </p:endCondLst>
                                  <p:childTnLst>
                                    <p:animMotion origin="layout" path="M -0.01562 4.44444E-6 L 0.11081 4.44444E-6 " pathEditMode="relative" rAng="0" ptsTypes="AA">
                                      <p:cBhvr>
                                        <p:cTn id="30" dur="750" spd="-100000" fill="hold"/>
                                        <p:tgtEl>
                                          <p:spTgt spid="10"/>
                                        </p:tgtEl>
                                        <p:attrNameLst>
                                          <p:attrName>ppt_x</p:attrName>
                                          <p:attrName>ppt_y</p:attrName>
                                        </p:attrNameLst>
                                      </p:cBhvr>
                                      <p:rCtr x="6315" y="0"/>
                                    </p:animMotion>
                                  </p:childTnLst>
                                </p:cTn>
                              </p:par>
                              <p:par>
                                <p:cTn id="31" presetID="35" presetClass="path" presetSubtype="0" decel="50000" fill="hold" grpId="2" nodeType="withEffect" nodePh="1">
                                  <p:stCondLst>
                                    <p:cond delay="750"/>
                                  </p:stCondLst>
                                  <p:endCondLst>
                                    <p:cond evt="begin" delay="0">
                                      <p:tn val="31"/>
                                    </p:cond>
                                  </p:endCondLst>
                                  <p:childTnLst>
                                    <p:animMotion origin="layout" path="M -0.01562 4.44444E-6 L 0 4.44444E-6 " pathEditMode="relative" rAng="0" ptsTypes="AA">
                                      <p:cBhvr>
                                        <p:cTn id="32" dur="750" fill="hold"/>
                                        <p:tgtEl>
                                          <p:spTgt spid="10"/>
                                        </p:tgtEl>
                                        <p:attrNameLst>
                                          <p:attrName>ppt_x</p:attrName>
                                          <p:attrName>ppt_y</p:attrName>
                                        </p:attrNameLst>
                                      </p:cBhvr>
                                      <p:rCtr x="781" y="0"/>
                                    </p:animMotion>
                                  </p:childTnLst>
                                </p:cTn>
                              </p:par>
                              <p:par>
                                <p:cTn id="33" presetID="10" presetClass="entr" presetSubtype="0" fill="hold" grpId="0" nodeType="withEffect" nodePh="1">
                                  <p:stCondLst>
                                    <p:cond delay="0"/>
                                  </p:stCondLst>
                                  <p:endCondLst>
                                    <p:cond evt="begin" delay="0">
                                      <p:tn val="33"/>
                                    </p:cond>
                                  </p:endCondLst>
                                  <p:childTnLst>
                                    <p:set>
                                      <p:cBhvr>
                                        <p:cTn id="34" dur="1" fill="hold">
                                          <p:stCondLst>
                                            <p:cond delay="0"/>
                                          </p:stCondLst>
                                        </p:cTn>
                                        <p:tgtEl>
                                          <p:spTgt spid="13"/>
                                        </p:tgtEl>
                                        <p:attrNameLst>
                                          <p:attrName>style.visibility</p:attrName>
                                        </p:attrNameLst>
                                      </p:cBhvr>
                                      <p:to>
                                        <p:strVal val="visible"/>
                                      </p:to>
                                    </p:set>
                                    <p:animEffect transition="in" filter="fade">
                                      <p:cBhvr>
                                        <p:cTn id="35" dur="750"/>
                                        <p:tgtEl>
                                          <p:spTgt spid="13"/>
                                        </p:tgtEl>
                                      </p:cBhvr>
                                    </p:animEffect>
                                  </p:childTnLst>
                                </p:cTn>
                              </p:par>
                              <p:par>
                                <p:cTn id="36" presetID="63" presetClass="path" presetSubtype="0" decel="50000" fill="hold" grpId="1" nodeType="withEffect" nodePh="1">
                                  <p:stCondLst>
                                    <p:cond delay="0"/>
                                  </p:stCondLst>
                                  <p:endCondLst>
                                    <p:cond evt="begin" delay="0">
                                      <p:tn val="36"/>
                                    </p:cond>
                                  </p:endCondLst>
                                  <p:childTnLst>
                                    <p:animMotion origin="layout" path="M -0.01562 4.44444E-6 L 0.11081 4.44444E-6 " pathEditMode="relative" rAng="0" ptsTypes="AA">
                                      <p:cBhvr>
                                        <p:cTn id="37" dur="750" spd="-100000" fill="hold"/>
                                        <p:tgtEl>
                                          <p:spTgt spid="13"/>
                                        </p:tgtEl>
                                        <p:attrNameLst>
                                          <p:attrName>ppt_x</p:attrName>
                                          <p:attrName>ppt_y</p:attrName>
                                        </p:attrNameLst>
                                      </p:cBhvr>
                                      <p:rCtr x="6315" y="0"/>
                                    </p:animMotion>
                                  </p:childTnLst>
                                </p:cTn>
                              </p:par>
                              <p:par>
                                <p:cTn id="38" presetID="35" presetClass="path" presetSubtype="0" decel="50000" fill="hold" grpId="2" nodeType="withEffect" nodePh="1">
                                  <p:stCondLst>
                                    <p:cond delay="750"/>
                                  </p:stCondLst>
                                  <p:endCondLst>
                                    <p:cond evt="begin" delay="0">
                                      <p:tn val="38"/>
                                    </p:cond>
                                  </p:endCondLst>
                                  <p:childTnLst>
                                    <p:animMotion origin="layout" path="M -0.01562 4.44444E-6 L 0 4.44444E-6 " pathEditMode="relative" rAng="0" ptsTypes="AA">
                                      <p:cBhvr>
                                        <p:cTn id="39" dur="750" fill="hold"/>
                                        <p:tgtEl>
                                          <p:spTgt spid="13"/>
                                        </p:tgtEl>
                                        <p:attrNameLst>
                                          <p:attrName>ppt_x</p:attrName>
                                          <p:attrName>ppt_y</p:attrName>
                                        </p:attrNameLst>
                                      </p:cBhvr>
                                      <p:rCtr x="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P spid="10" grpId="0"/>
      <p:bldP spid="10" grpId="1"/>
      <p:bldP spid="10" grpId="2"/>
      <p:bldP spid="13" grpId="0"/>
      <p:bldP spid="13" grpId="1"/>
      <p:bldP spid="13" grpId="2"/>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7-Placeholder">
            <a:extLst>
              <a:ext uri="{FF2B5EF4-FFF2-40B4-BE49-F238E27FC236}">
                <a16:creationId xmlns:a16="http://schemas.microsoft.com/office/drawing/2014/main" id="{E6460886-4D86-83A7-8E30-AA0111AD7FEE}"/>
              </a:ext>
            </a:extLst>
          </p:cNvPr>
          <p:cNvSpPr>
            <a:spLocks noGrp="1"/>
          </p:cNvSpPr>
          <p:nvPr>
            <p:ph type="pic" sz="quarter" idx="11"/>
          </p:nvPr>
        </p:nvSpPr>
        <p:spPr>
          <a:xfrm>
            <a:off x="1744916" y="2165242"/>
            <a:ext cx="3012290" cy="3012291"/>
          </a:xfrm>
          <a:custGeom>
            <a:avLst/>
            <a:gdLst>
              <a:gd name="connsiteX0" fmla="*/ 0 w 3012290"/>
              <a:gd name="connsiteY0" fmla="*/ 0 h 3012291"/>
              <a:gd name="connsiteX1" fmla="*/ 3012290 w 3012290"/>
              <a:gd name="connsiteY1" fmla="*/ 0 h 3012291"/>
              <a:gd name="connsiteX2" fmla="*/ 3012290 w 3012290"/>
              <a:gd name="connsiteY2" fmla="*/ 3012291 h 3012291"/>
              <a:gd name="connsiteX3" fmla="*/ 0 w 3012290"/>
              <a:gd name="connsiteY3" fmla="*/ 3012291 h 3012291"/>
            </a:gdLst>
            <a:ahLst/>
            <a:cxnLst>
              <a:cxn ang="0">
                <a:pos x="connsiteX0" y="connsiteY0"/>
              </a:cxn>
              <a:cxn ang="0">
                <a:pos x="connsiteX1" y="connsiteY1"/>
              </a:cxn>
              <a:cxn ang="0">
                <a:pos x="connsiteX2" y="connsiteY2"/>
              </a:cxn>
              <a:cxn ang="0">
                <a:pos x="connsiteX3" y="connsiteY3"/>
              </a:cxn>
            </a:cxnLst>
            <a:rect l="l" t="t" r="r" b="b"/>
            <a:pathLst>
              <a:path w="3012290" h="3012291">
                <a:moveTo>
                  <a:pt x="0" y="0"/>
                </a:moveTo>
                <a:lnTo>
                  <a:pt x="3012290" y="0"/>
                </a:lnTo>
                <a:lnTo>
                  <a:pt x="3012290" y="3012291"/>
                </a:lnTo>
                <a:lnTo>
                  <a:pt x="0" y="3012291"/>
                </a:lnTo>
                <a:close/>
              </a:path>
            </a:pathLst>
          </a:custGeom>
          <a:effectLst>
            <a:reflection blurRad="101600" stA="48000" endPos="35000" dist="38100" dir="5400000" sy="-100000" algn="bl" rotWithShape="0"/>
          </a:effectLst>
        </p:spPr>
        <p:txBody>
          <a:bodyPr wrap="square">
            <a:noAutofit/>
          </a:bodyPr>
          <a:lstStyle/>
          <a:p>
            <a:endParaRPr lang="zh-CN" altLang="en-US"/>
          </a:p>
        </p:txBody>
      </p:sp>
      <p:sp>
        <p:nvSpPr>
          <p:cNvPr id="13" name="8-Placeholder">
            <a:extLst>
              <a:ext uri="{FF2B5EF4-FFF2-40B4-BE49-F238E27FC236}">
                <a16:creationId xmlns:a16="http://schemas.microsoft.com/office/drawing/2014/main" id="{AF20937A-745D-1009-9AFF-6BECCC0B55A2}"/>
              </a:ext>
            </a:extLst>
          </p:cNvPr>
          <p:cNvSpPr>
            <a:spLocks noGrp="1"/>
          </p:cNvSpPr>
          <p:nvPr>
            <p:ph type="pic" sz="quarter" idx="12"/>
          </p:nvPr>
        </p:nvSpPr>
        <p:spPr>
          <a:xfrm>
            <a:off x="4266108" y="2849010"/>
            <a:ext cx="1977393" cy="2328520"/>
          </a:xfrm>
          <a:custGeom>
            <a:avLst/>
            <a:gdLst>
              <a:gd name="connsiteX0" fmla="*/ 0 w 1977393"/>
              <a:gd name="connsiteY0" fmla="*/ 0 h 2328520"/>
              <a:gd name="connsiteX1" fmla="*/ 1977393 w 1977393"/>
              <a:gd name="connsiteY1" fmla="*/ 0 h 2328520"/>
              <a:gd name="connsiteX2" fmla="*/ 1977393 w 1977393"/>
              <a:gd name="connsiteY2" fmla="*/ 2328520 h 2328520"/>
              <a:gd name="connsiteX3" fmla="*/ 0 w 1977393"/>
              <a:gd name="connsiteY3" fmla="*/ 2328520 h 2328520"/>
            </a:gdLst>
            <a:ahLst/>
            <a:cxnLst>
              <a:cxn ang="0">
                <a:pos x="connsiteX0" y="connsiteY0"/>
              </a:cxn>
              <a:cxn ang="0">
                <a:pos x="connsiteX1" y="connsiteY1"/>
              </a:cxn>
              <a:cxn ang="0">
                <a:pos x="connsiteX2" y="connsiteY2"/>
              </a:cxn>
              <a:cxn ang="0">
                <a:pos x="connsiteX3" y="connsiteY3"/>
              </a:cxn>
            </a:cxnLst>
            <a:rect l="l" t="t" r="r" b="b"/>
            <a:pathLst>
              <a:path w="1977393" h="2328520">
                <a:moveTo>
                  <a:pt x="0" y="0"/>
                </a:moveTo>
                <a:lnTo>
                  <a:pt x="1977393" y="0"/>
                </a:lnTo>
                <a:lnTo>
                  <a:pt x="1977393" y="2328520"/>
                </a:lnTo>
                <a:lnTo>
                  <a:pt x="0" y="2328520"/>
                </a:lnTo>
                <a:close/>
              </a:path>
            </a:pathLst>
          </a:custGeom>
          <a:effectLst>
            <a:reflection blurRad="101600" stA="48000" endPos="35000" dist="38100" dir="5400000" sy="-100000" algn="bl" rotWithShape="0"/>
          </a:effectLst>
        </p:spPr>
        <p:txBody>
          <a:bodyPr wrap="square">
            <a:noAutofit/>
          </a:bodyPr>
          <a:lstStyle/>
          <a:p>
            <a:endParaRPr lang="zh-CN" altLang="en-US"/>
          </a:p>
        </p:txBody>
      </p:sp>
      <p:sp>
        <p:nvSpPr>
          <p:cNvPr id="16" name="9-Placeholder">
            <a:extLst>
              <a:ext uri="{FF2B5EF4-FFF2-40B4-BE49-F238E27FC236}">
                <a16:creationId xmlns:a16="http://schemas.microsoft.com/office/drawing/2014/main" id="{77517162-EC30-903C-CAF8-91645268A1FF}"/>
              </a:ext>
            </a:extLst>
          </p:cNvPr>
          <p:cNvSpPr>
            <a:spLocks noGrp="1"/>
          </p:cNvSpPr>
          <p:nvPr>
            <p:ph type="pic" sz="quarter" idx="13"/>
          </p:nvPr>
        </p:nvSpPr>
        <p:spPr>
          <a:xfrm>
            <a:off x="5752403" y="1399426"/>
            <a:ext cx="3208387" cy="3778104"/>
          </a:xfrm>
          <a:custGeom>
            <a:avLst/>
            <a:gdLst>
              <a:gd name="connsiteX0" fmla="*/ 0 w 3208387"/>
              <a:gd name="connsiteY0" fmla="*/ 0 h 3778104"/>
              <a:gd name="connsiteX1" fmla="*/ 3208387 w 3208387"/>
              <a:gd name="connsiteY1" fmla="*/ 0 h 3778104"/>
              <a:gd name="connsiteX2" fmla="*/ 3208387 w 3208387"/>
              <a:gd name="connsiteY2" fmla="*/ 3778104 h 3778104"/>
              <a:gd name="connsiteX3" fmla="*/ 0 w 3208387"/>
              <a:gd name="connsiteY3" fmla="*/ 3778104 h 3778104"/>
            </a:gdLst>
            <a:ahLst/>
            <a:cxnLst>
              <a:cxn ang="0">
                <a:pos x="connsiteX0" y="connsiteY0"/>
              </a:cxn>
              <a:cxn ang="0">
                <a:pos x="connsiteX1" y="connsiteY1"/>
              </a:cxn>
              <a:cxn ang="0">
                <a:pos x="connsiteX2" y="connsiteY2"/>
              </a:cxn>
              <a:cxn ang="0">
                <a:pos x="connsiteX3" y="connsiteY3"/>
              </a:cxn>
            </a:cxnLst>
            <a:rect l="l" t="t" r="r" b="b"/>
            <a:pathLst>
              <a:path w="3208387" h="3778104">
                <a:moveTo>
                  <a:pt x="0" y="0"/>
                </a:moveTo>
                <a:lnTo>
                  <a:pt x="3208387" y="0"/>
                </a:lnTo>
                <a:lnTo>
                  <a:pt x="3208387" y="3778104"/>
                </a:lnTo>
                <a:lnTo>
                  <a:pt x="0" y="3778104"/>
                </a:lnTo>
                <a:close/>
              </a:path>
            </a:pathLst>
          </a:custGeom>
          <a:effectLst>
            <a:reflection blurRad="101600" stA="48000" endPos="35000" dist="38100" dir="5400000" sy="-100000" algn="bl" rotWithShape="0"/>
          </a:effectLst>
        </p:spPr>
        <p:txBody>
          <a:bodyPr wrap="square">
            <a:noAutofit/>
          </a:bodyPr>
          <a:lstStyle/>
          <a:p>
            <a:endParaRPr lang="zh-CN" altLang="en-US"/>
          </a:p>
        </p:txBody>
      </p:sp>
      <p:sp>
        <p:nvSpPr>
          <p:cNvPr id="19" name="10-Placeholder">
            <a:extLst>
              <a:ext uri="{FF2B5EF4-FFF2-40B4-BE49-F238E27FC236}">
                <a16:creationId xmlns:a16="http://schemas.microsoft.com/office/drawing/2014/main" id="{B79E2861-BFE8-8980-7EF0-2482A427F79F}"/>
              </a:ext>
            </a:extLst>
          </p:cNvPr>
          <p:cNvSpPr>
            <a:spLocks noGrp="1"/>
          </p:cNvSpPr>
          <p:nvPr>
            <p:ph type="pic" sz="quarter" idx="14"/>
          </p:nvPr>
        </p:nvSpPr>
        <p:spPr>
          <a:xfrm>
            <a:off x="8469692" y="3200137"/>
            <a:ext cx="1977393" cy="1977394"/>
          </a:xfrm>
          <a:custGeom>
            <a:avLst/>
            <a:gdLst>
              <a:gd name="connsiteX0" fmla="*/ 0 w 1977393"/>
              <a:gd name="connsiteY0" fmla="*/ 0 h 1977394"/>
              <a:gd name="connsiteX1" fmla="*/ 1977393 w 1977393"/>
              <a:gd name="connsiteY1" fmla="*/ 0 h 1977394"/>
              <a:gd name="connsiteX2" fmla="*/ 1977393 w 1977393"/>
              <a:gd name="connsiteY2" fmla="*/ 1977394 h 1977394"/>
              <a:gd name="connsiteX3" fmla="*/ 0 w 1977393"/>
              <a:gd name="connsiteY3" fmla="*/ 1977394 h 1977394"/>
            </a:gdLst>
            <a:ahLst/>
            <a:cxnLst>
              <a:cxn ang="0">
                <a:pos x="connsiteX0" y="connsiteY0"/>
              </a:cxn>
              <a:cxn ang="0">
                <a:pos x="connsiteX1" y="connsiteY1"/>
              </a:cxn>
              <a:cxn ang="0">
                <a:pos x="connsiteX2" y="connsiteY2"/>
              </a:cxn>
              <a:cxn ang="0">
                <a:pos x="connsiteX3" y="connsiteY3"/>
              </a:cxn>
            </a:cxnLst>
            <a:rect l="l" t="t" r="r" b="b"/>
            <a:pathLst>
              <a:path w="1977393" h="1977394">
                <a:moveTo>
                  <a:pt x="0" y="0"/>
                </a:moveTo>
                <a:lnTo>
                  <a:pt x="1977393" y="0"/>
                </a:lnTo>
                <a:lnTo>
                  <a:pt x="1977393" y="1977394"/>
                </a:lnTo>
                <a:lnTo>
                  <a:pt x="0" y="1977394"/>
                </a:lnTo>
                <a:close/>
              </a:path>
            </a:pathLst>
          </a:custGeom>
          <a:effectLst>
            <a:reflection blurRad="101600" stA="48000" endPos="35000" dist="38100" dir="5400000" sy="-100000" algn="bl" rotWithShape="0"/>
          </a:effectLst>
        </p:spPr>
        <p:txBody>
          <a:bodyPr wrap="square">
            <a:noAutofit/>
          </a:bodyPr>
          <a:lstStyle/>
          <a:p>
            <a:endParaRPr lang="zh-CN" altLang="en-US"/>
          </a:p>
        </p:txBody>
      </p:sp>
    </p:spTree>
    <p:extLst>
      <p:ext uri="{BB962C8B-B14F-4D97-AF65-F5344CB8AC3E}">
        <p14:creationId xmlns:p14="http://schemas.microsoft.com/office/powerpoint/2010/main" val="419334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par>
                                <p:cTn id="26" presetID="10" presetClass="entr" presetSubtype="0" fill="hold" grpId="0" nodeType="withEffect" nodePh="1">
                                  <p:stCondLst>
                                    <p:cond delay="75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50"/>
                                        <p:tgtEl>
                                          <p:spTgt spid="10"/>
                                        </p:tgtEl>
                                      </p:cBhvr>
                                    </p:animEffect>
                                  </p:childTnLst>
                                </p:cTn>
                              </p:par>
                              <p:par>
                                <p:cTn id="29" presetID="35" presetClass="path" presetSubtype="0" decel="50000" fill="hold" grpId="1" nodeType="withEffect" nodePh="1">
                                  <p:stCondLst>
                                    <p:cond delay="750"/>
                                  </p:stCondLst>
                                  <p:endCondLst>
                                    <p:cond evt="begin" delay="0">
                                      <p:tn val="29"/>
                                    </p:cond>
                                  </p:endCondLst>
                                  <p:childTnLst>
                                    <p:animMotion origin="layout" path="M -0.0513 2.96296E-6 L 2.08333E-7 2.96296E-6 " pathEditMode="relative" rAng="0" ptsTypes="AA">
                                      <p:cBhvr>
                                        <p:cTn id="30" dur="1745" fill="hold"/>
                                        <p:tgtEl>
                                          <p:spTgt spid="10"/>
                                        </p:tgtEl>
                                        <p:attrNameLst>
                                          <p:attrName>ppt_x</p:attrName>
                                          <p:attrName>ppt_y</p:attrName>
                                        </p:attrNameLst>
                                      </p:cBhvr>
                                      <p:rCtr x="2565" y="0"/>
                                    </p:animMotion>
                                  </p:childTnLst>
                                </p:cTn>
                              </p:par>
                              <p:par>
                                <p:cTn id="31" presetID="10" presetClass="entr" presetSubtype="0" fill="hold" grpId="0" nodeType="withEffect" nodePh="1">
                                  <p:stCondLst>
                                    <p:cond delay="750"/>
                                  </p:stCondLst>
                                  <p:endCondLst>
                                    <p:cond evt="begin" delay="0">
                                      <p:tn val="31"/>
                                    </p:cond>
                                  </p:endCondLst>
                                  <p:childTnLst>
                                    <p:set>
                                      <p:cBhvr>
                                        <p:cTn id="32" dur="1" fill="hold">
                                          <p:stCondLst>
                                            <p:cond delay="0"/>
                                          </p:stCondLst>
                                        </p:cTn>
                                        <p:tgtEl>
                                          <p:spTgt spid="13"/>
                                        </p:tgtEl>
                                        <p:attrNameLst>
                                          <p:attrName>style.visibility</p:attrName>
                                        </p:attrNameLst>
                                      </p:cBhvr>
                                      <p:to>
                                        <p:strVal val="visible"/>
                                      </p:to>
                                    </p:set>
                                    <p:animEffect transition="in" filter="fade">
                                      <p:cBhvr>
                                        <p:cTn id="33" dur="750"/>
                                        <p:tgtEl>
                                          <p:spTgt spid="13"/>
                                        </p:tgtEl>
                                      </p:cBhvr>
                                    </p:animEffect>
                                  </p:childTnLst>
                                </p:cTn>
                              </p:par>
                              <p:par>
                                <p:cTn id="34" presetID="35" presetClass="path" presetSubtype="0" decel="50000" fill="hold" grpId="1" nodeType="withEffect" nodePh="1">
                                  <p:stCondLst>
                                    <p:cond delay="750"/>
                                  </p:stCondLst>
                                  <p:endCondLst>
                                    <p:cond evt="begin" delay="0">
                                      <p:tn val="34"/>
                                    </p:cond>
                                  </p:endCondLst>
                                  <p:childTnLst>
                                    <p:animMotion origin="layout" path="M -0.0513 2.96296E-6 L 2.08333E-7 2.96296E-6 " pathEditMode="relative" rAng="0" ptsTypes="AA">
                                      <p:cBhvr>
                                        <p:cTn id="35" dur="1121" fill="hold"/>
                                        <p:tgtEl>
                                          <p:spTgt spid="13"/>
                                        </p:tgtEl>
                                        <p:attrNameLst>
                                          <p:attrName>ppt_x</p:attrName>
                                          <p:attrName>ppt_y</p:attrName>
                                        </p:attrNameLst>
                                      </p:cBhvr>
                                      <p:rCtr x="2565" y="0"/>
                                    </p:animMotion>
                                  </p:childTnLst>
                                </p:cTn>
                              </p:par>
                              <p:par>
                                <p:cTn id="36" presetID="10" presetClass="entr" presetSubtype="0" fill="hold" grpId="0" nodeType="withEffect" nodePh="1">
                                  <p:stCondLst>
                                    <p:cond delay="750"/>
                                  </p:stCondLst>
                                  <p:endCondLst>
                                    <p:cond evt="begin" delay="0">
                                      <p:tn val="36"/>
                                    </p:cond>
                                  </p:endCondLst>
                                  <p:childTnLst>
                                    <p:set>
                                      <p:cBhvr>
                                        <p:cTn id="37" dur="1" fill="hold">
                                          <p:stCondLst>
                                            <p:cond delay="0"/>
                                          </p:stCondLst>
                                        </p:cTn>
                                        <p:tgtEl>
                                          <p:spTgt spid="16"/>
                                        </p:tgtEl>
                                        <p:attrNameLst>
                                          <p:attrName>style.visibility</p:attrName>
                                        </p:attrNameLst>
                                      </p:cBhvr>
                                      <p:to>
                                        <p:strVal val="visible"/>
                                      </p:to>
                                    </p:set>
                                    <p:animEffect transition="in" filter="fade">
                                      <p:cBhvr>
                                        <p:cTn id="38" dur="750"/>
                                        <p:tgtEl>
                                          <p:spTgt spid="16"/>
                                        </p:tgtEl>
                                      </p:cBhvr>
                                    </p:animEffect>
                                  </p:childTnLst>
                                </p:cTn>
                              </p:par>
                              <p:par>
                                <p:cTn id="39" presetID="35" presetClass="path" presetSubtype="0" decel="50000" fill="hold" grpId="1" nodeType="withEffect" nodePh="1">
                                  <p:stCondLst>
                                    <p:cond delay="750"/>
                                  </p:stCondLst>
                                  <p:endCondLst>
                                    <p:cond evt="begin" delay="0">
                                      <p:tn val="39"/>
                                    </p:cond>
                                  </p:endCondLst>
                                  <p:childTnLst>
                                    <p:animMotion origin="layout" path="M 0.05403 -4.44444E-6 L 2.5E-6 -4.44444E-6 " pathEditMode="relative" rAng="0" ptsTypes="AA">
                                      <p:cBhvr>
                                        <p:cTn id="40" dur="1914" fill="hold"/>
                                        <p:tgtEl>
                                          <p:spTgt spid="16"/>
                                        </p:tgtEl>
                                        <p:attrNameLst>
                                          <p:attrName>ppt_x</p:attrName>
                                          <p:attrName>ppt_y</p:attrName>
                                        </p:attrNameLst>
                                      </p:cBhvr>
                                      <p:rCtr x="-2708" y="0"/>
                                    </p:animMotion>
                                  </p:childTnLst>
                                </p:cTn>
                              </p:par>
                              <p:par>
                                <p:cTn id="41" presetID="10" presetClass="entr" presetSubtype="0" fill="hold" grpId="0" nodeType="withEffect" nodePh="1">
                                  <p:stCondLst>
                                    <p:cond delay="750"/>
                                  </p:stCondLst>
                                  <p:endCondLst>
                                    <p:cond evt="begin" delay="0">
                                      <p:tn val="41"/>
                                    </p:cond>
                                  </p:endCondLst>
                                  <p:childTnLst>
                                    <p:set>
                                      <p:cBhvr>
                                        <p:cTn id="42" dur="1" fill="hold">
                                          <p:stCondLst>
                                            <p:cond delay="0"/>
                                          </p:stCondLst>
                                        </p:cTn>
                                        <p:tgtEl>
                                          <p:spTgt spid="19"/>
                                        </p:tgtEl>
                                        <p:attrNameLst>
                                          <p:attrName>style.visibility</p:attrName>
                                        </p:attrNameLst>
                                      </p:cBhvr>
                                      <p:to>
                                        <p:strVal val="visible"/>
                                      </p:to>
                                    </p:set>
                                    <p:animEffect transition="in" filter="fade">
                                      <p:cBhvr>
                                        <p:cTn id="43" dur="750"/>
                                        <p:tgtEl>
                                          <p:spTgt spid="19"/>
                                        </p:tgtEl>
                                      </p:cBhvr>
                                    </p:animEffect>
                                  </p:childTnLst>
                                </p:cTn>
                              </p:par>
                              <p:par>
                                <p:cTn id="44" presetID="35" presetClass="path" presetSubtype="0" decel="50000" fill="hold" grpId="1" nodeType="withEffect" nodePh="1">
                                  <p:stCondLst>
                                    <p:cond delay="750"/>
                                  </p:stCondLst>
                                  <p:endCondLst>
                                    <p:cond evt="begin" delay="0">
                                      <p:tn val="44"/>
                                    </p:cond>
                                  </p:endCondLst>
                                  <p:childTnLst>
                                    <p:animMotion origin="layout" path="M 0.05403 -4.44444E-6 L 2.5E-6 -4.44444E-6 " pathEditMode="relative" rAng="0" ptsTypes="AA">
                                      <p:cBhvr>
                                        <p:cTn id="45" dur="1844" fill="hold"/>
                                        <p:tgtEl>
                                          <p:spTgt spid="19"/>
                                        </p:tgtEl>
                                        <p:attrNameLst>
                                          <p:attrName>ppt_x</p:attrName>
                                          <p:attrName>ppt_y</p:attrName>
                                        </p:attrNameLst>
                                      </p:cBhvr>
                                      <p:rCtr x="-270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P spid="10" grpId="0"/>
      <p:bldP spid="10" grpId="1"/>
      <p:bldP spid="13" grpId="0"/>
      <p:bldP spid="13" grpId="1"/>
      <p:bldP spid="16" grpId="0"/>
      <p:bldP spid="16" grpId="1"/>
      <p:bldP spid="19" grpId="0"/>
      <p:bldP spid="19" grpId="1"/>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
    <p:bg>
      <p:bgPr>
        <a:solidFill>
          <a:srgbClr val="0D0F1E"/>
        </a:solidFill>
        <a:effectLst/>
      </p:bgPr>
    </p:bg>
    <p:spTree>
      <p:nvGrpSpPr>
        <p:cNvPr id="1" name=""/>
        <p:cNvGrpSpPr/>
        <p:nvPr/>
      </p:nvGrpSpPr>
      <p:grpSpPr>
        <a:xfrm>
          <a:off x="0" y="0"/>
          <a:ext cx="0" cy="0"/>
          <a:chOff x="0" y="0"/>
          <a:chExt cx="0" cy="0"/>
        </a:xfrm>
      </p:grpSpPr>
      <p:pic>
        <p:nvPicPr>
          <p:cNvPr id="2" name="1-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pic>
        <p:nvPicPr>
          <p:cNvPr id="3" name="2-Picture">
            <a:extLst>
              <a:ext uri="{FF2B5EF4-FFF2-40B4-BE49-F238E27FC236}">
                <a16:creationId xmlns:a16="http://schemas.microsoft.com/office/drawing/2014/main" id="{A81FCD0B-FA75-4F0C-AF61-8C9084FC41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9687" t="21619" r="25374" b="40195"/>
          <a:stretch/>
        </p:blipFill>
        <p:spPr>
          <a:xfrm>
            <a:off x="0" y="0"/>
            <a:ext cx="12192000" cy="6858000"/>
          </a:xfrm>
          <a:prstGeom prst="rect">
            <a:avLst/>
          </a:prstGeom>
        </p:spPr>
      </p:pic>
      <p:sp>
        <p:nvSpPr>
          <p:cNvPr id="4" name="3-Placeholder">
            <a:extLst>
              <a:ext uri="{FF2B5EF4-FFF2-40B4-BE49-F238E27FC236}">
                <a16:creationId xmlns:a16="http://schemas.microsoft.com/office/drawing/2014/main" id="{3D018467-D663-4602-AFA2-F62593A0E934}"/>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
        <p:nvSpPr>
          <p:cNvPr id="6" name="4-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5-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6-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7-Placeholder">
            <a:extLst>
              <a:ext uri="{FF2B5EF4-FFF2-40B4-BE49-F238E27FC236}">
                <a16:creationId xmlns:a16="http://schemas.microsoft.com/office/drawing/2014/main" id="{582DCDB0-84EF-04CD-F1F8-1A89810E8FC8}"/>
              </a:ext>
            </a:extLst>
          </p:cNvPr>
          <p:cNvSpPr>
            <a:spLocks noGrp="1"/>
          </p:cNvSpPr>
          <p:nvPr>
            <p:ph type="pic" sz="quarter" idx="11"/>
          </p:nvPr>
        </p:nvSpPr>
        <p:spPr>
          <a:xfrm>
            <a:off x="954647" y="1664578"/>
            <a:ext cx="4800973" cy="3199395"/>
          </a:xfrm>
          <a:custGeom>
            <a:avLst/>
            <a:gdLst>
              <a:gd name="connsiteX0" fmla="*/ 0 w 4800973"/>
              <a:gd name="connsiteY0" fmla="*/ 0 h 3199395"/>
              <a:gd name="connsiteX1" fmla="*/ 4800973 w 4800973"/>
              <a:gd name="connsiteY1" fmla="*/ 0 h 3199395"/>
              <a:gd name="connsiteX2" fmla="*/ 4800973 w 4800973"/>
              <a:gd name="connsiteY2" fmla="*/ 3199395 h 3199395"/>
              <a:gd name="connsiteX3" fmla="*/ 0 w 4800973"/>
              <a:gd name="connsiteY3" fmla="*/ 3199395 h 3199395"/>
            </a:gdLst>
            <a:ahLst/>
            <a:cxnLst>
              <a:cxn ang="0">
                <a:pos x="connsiteX0" y="connsiteY0"/>
              </a:cxn>
              <a:cxn ang="0">
                <a:pos x="connsiteX1" y="connsiteY1"/>
              </a:cxn>
              <a:cxn ang="0">
                <a:pos x="connsiteX2" y="connsiteY2"/>
              </a:cxn>
              <a:cxn ang="0">
                <a:pos x="connsiteX3" y="connsiteY3"/>
              </a:cxn>
            </a:cxnLst>
            <a:rect l="l" t="t" r="r" b="b"/>
            <a:pathLst>
              <a:path w="4800973" h="3199395">
                <a:moveTo>
                  <a:pt x="0" y="0"/>
                </a:moveTo>
                <a:lnTo>
                  <a:pt x="4800973" y="0"/>
                </a:lnTo>
                <a:lnTo>
                  <a:pt x="4800973" y="3199395"/>
                </a:lnTo>
                <a:lnTo>
                  <a:pt x="0" y="3199395"/>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559919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par>
                                <p:cTn id="8" presetID="63" presetClass="path" presetSubtype="0" decel="50000" fill="hold" grpId="1" nodeType="withEffect" nodePh="1">
                                  <p:stCondLst>
                                    <p:cond delay="0"/>
                                  </p:stCondLst>
                                  <p:endCondLst>
                                    <p:cond evt="begin" delay="0">
                                      <p:tn val="8"/>
                                    </p:cond>
                                  </p:endCondLst>
                                  <p:childTnLst>
                                    <p:animMotion origin="layout" path="M -0.01563 4.44444E-6 L 0.1108 4.44444E-6 " pathEditMode="relative" rAng="0" ptsTypes="AA">
                                      <p:cBhvr>
                                        <p:cTn id="9" dur="750" spd="-100000" fill="hold"/>
                                        <p:tgtEl>
                                          <p:spTgt spid="4">
                                            <p:txEl>
                                              <p:pRg st="0" end="0"/>
                                            </p:txEl>
                                          </p:spTgt>
                                        </p:tgtEl>
                                        <p:attrNameLst>
                                          <p:attrName>ppt_x</p:attrName>
                                          <p:attrName>ppt_y</p:attrName>
                                        </p:attrNameLst>
                                      </p:cBhvr>
                                      <p:rCtr x="6315" y="0"/>
                                    </p:animMotion>
                                  </p:childTnLst>
                                </p:cTn>
                              </p:par>
                              <p:par>
                                <p:cTn id="10" presetID="35" presetClass="path" presetSubtype="0" decel="50000" fill="hold" grpId="2" nodeType="withEffect" nodePh="1">
                                  <p:stCondLst>
                                    <p:cond delay="750"/>
                                  </p:stCondLst>
                                  <p:endCondLst>
                                    <p:cond evt="begin" delay="0">
                                      <p:tn val="10"/>
                                    </p:cond>
                                  </p:endCondLst>
                                  <p:childTnLst>
                                    <p:animMotion origin="layout" path="M -0.01563 4.44444E-6 L 2.5E-6 4.44444E-6 " pathEditMode="relative" rAng="0" ptsTypes="AA">
                                      <p:cBhvr>
                                        <p:cTn id="11" dur="750" fill="hold"/>
                                        <p:tgtEl>
                                          <p:spTgt spid="4">
                                            <p:txEl>
                                              <p:pRg st="0" end="0"/>
                                            </p:txEl>
                                          </p:spTgt>
                                        </p:tgtEl>
                                        <p:attrNameLst>
                                          <p:attrName>ppt_x</p:attrName>
                                          <p:attrName>ppt_y</p:attrName>
                                        </p:attrNameLst>
                                      </p:cBhvr>
                                      <p:rCtr x="781" y="0"/>
                                    </p:animMotion>
                                  </p:childTnLst>
                                </p:cTn>
                              </p:par>
                              <p:par>
                                <p:cTn id="12" presetID="55" presetClass="entr" presetSubtype="0" fill="hold" nodeType="withEffect">
                                  <p:stCondLst>
                                    <p:cond delay="75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strVal val="#ppt_w*0.70"/>
                                          </p:val>
                                        </p:tav>
                                        <p:tav tm="100000">
                                          <p:val>
                                            <p:strVal val="#ppt_w"/>
                                          </p:val>
                                        </p:tav>
                                      </p:tavLst>
                                    </p:anim>
                                    <p:anim calcmode="lin" valueType="num">
                                      <p:cBhvr>
                                        <p:cTn id="15" dur="1000" fill="hold"/>
                                        <p:tgtEl>
                                          <p:spTgt spid="2"/>
                                        </p:tgtEl>
                                        <p:attrNameLst>
                                          <p:attrName>ppt_h</p:attrName>
                                        </p:attrNameLst>
                                      </p:cBhvr>
                                      <p:tavLst>
                                        <p:tav tm="0">
                                          <p:val>
                                            <p:strVal val="#ppt_h"/>
                                          </p:val>
                                        </p:tav>
                                        <p:tav tm="100000">
                                          <p:val>
                                            <p:strVal val="#ppt_h"/>
                                          </p:val>
                                        </p:tav>
                                      </p:tavLst>
                                    </p:anim>
                                    <p:animEffect transition="in" filter="fade">
                                      <p:cBhvr>
                                        <p:cTn id="16" dur="1000"/>
                                        <p:tgtEl>
                                          <p:spTgt spid="2"/>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outVertical)">
                                      <p:cBhvr>
                                        <p:cTn id="19" dur="1000"/>
                                        <p:tgtEl>
                                          <p:spTgt spid="6"/>
                                        </p:tgtEl>
                                      </p:cBhvr>
                                    </p:animEffect>
                                  </p:childTnLst>
                                </p:cTn>
                              </p:par>
                              <p:par>
                                <p:cTn id="20" presetID="16" presetClass="entr" presetSubtype="37"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outVertical)">
                                      <p:cBhvr>
                                        <p:cTn id="22" dur="1000"/>
                                        <p:tgtEl>
                                          <p:spTgt spid="7"/>
                                        </p:tgtEl>
                                      </p:cBhvr>
                                    </p:animEffect>
                                  </p:childTnLst>
                                </p:cTn>
                              </p:par>
                              <p:par>
                                <p:cTn id="23" presetID="16" presetClass="entr" presetSubtype="37"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outVertical)">
                                      <p:cBhvr>
                                        <p:cTn id="25" dur="1000"/>
                                        <p:tgtEl>
                                          <p:spTgt spid="8"/>
                                        </p:tgtEl>
                                      </p:cBhvr>
                                    </p:animEffect>
                                  </p:childTnLst>
                                </p:cTn>
                              </p:par>
                              <p:par>
                                <p:cTn id="26" presetID="10" presetClass="entr" presetSubtype="0" fill="hold" grpId="0" nodeType="withEffect" nodePh="1">
                                  <p:stCondLst>
                                    <p:cond delay="1500"/>
                                  </p:stCondLst>
                                  <p:endCondLst>
                                    <p:cond evt="begin" delay="0">
                                      <p:tn val="26"/>
                                    </p:cond>
                                  </p:end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35" presetClass="path" presetSubtype="0" accel="48000" decel="52000" fill="hold" grpId="1" nodeType="withEffect" nodePh="1">
                                  <p:stCondLst>
                                    <p:cond delay="1500"/>
                                  </p:stCondLst>
                                  <p:endCondLst>
                                    <p:cond evt="begin" delay="0">
                                      <p:tn val="29"/>
                                    </p:cond>
                                  </p:endCondLst>
                                  <p:childTnLst>
                                    <p:animMotion origin="layout" path="M -0.39388 4.07407E-6 L -2.08333E-7 4.07407E-6 " pathEditMode="relative" rAng="0" ptsTypes="AA">
                                      <p:cBhvr>
                                        <p:cTn id="30" dur="1250" fill="hold"/>
                                        <p:tgtEl>
                                          <p:spTgt spid="10"/>
                                        </p:tgtEl>
                                        <p:attrNameLst>
                                          <p:attrName>ppt_x</p:attrName>
                                          <p:attrName>ppt_y</p:attrName>
                                        </p:attrNameLst>
                                      </p:cBhvr>
                                      <p:rCtr x="1968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P spid="4"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4"/>
                        </p:tgtEl>
                        <p:attrNameLst>
                          <p:attrName>ppt_x</p:attrName>
                          <p:attrName>ppt_y</p:attrName>
                        </p:attrNameLst>
                      </p:cBhvr>
                      <p:rCtr x="6315" y="0"/>
                    </p:animMotion>
                  </p:childTnLst>
                </p:cTn>
              </p:par>
            </p:tnLst>
          </p:tmpl>
        </p:tmplLst>
      </p:bldP>
      <p:bldP spid="4"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4"/>
                        </p:tgtEl>
                        <p:attrNameLst>
                          <p:attrName>ppt_x</p:attrName>
                          <p:attrName>ppt_y</p:attrName>
                        </p:attrNameLst>
                      </p:cBhvr>
                      <p:rCtr x="781" y="0"/>
                    </p:animMotion>
                  </p:childTnLst>
                </p:cTn>
              </p:par>
            </p:tnLst>
          </p:tmpl>
        </p:tmplLst>
      </p:bldP>
      <p:bldP spid="6" grpId="0" animBg="1"/>
      <p:bldP spid="7" grpId="0" animBg="1"/>
      <p:bldP spid="8" grpId="0" animBg="1"/>
      <p:bldP spid="10" grpId="0"/>
      <p:bldP spid="10" grpId="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
    <p:bg>
      <p:bgPr>
        <a:solidFill>
          <a:srgbClr val="0D0F1E"/>
        </a:solidFill>
        <a:effectLst/>
      </p:bgPr>
    </p:bg>
    <p:spTree>
      <p:nvGrpSpPr>
        <p:cNvPr id="1" name=""/>
        <p:cNvGrpSpPr/>
        <p:nvPr/>
      </p:nvGrpSpPr>
      <p:grpSpPr>
        <a:xfrm>
          <a:off x="0" y="0"/>
          <a:ext cx="0" cy="0"/>
          <a:chOff x="0" y="0"/>
          <a:chExt cx="0" cy="0"/>
        </a:xfrm>
      </p:grpSpPr>
      <p:pic>
        <p:nvPicPr>
          <p:cNvPr id="10" name="1-Picture">
            <a:extLst>
              <a:ext uri="{FF2B5EF4-FFF2-40B4-BE49-F238E27FC236}">
                <a16:creationId xmlns:a16="http://schemas.microsoft.com/office/drawing/2014/main" id="{3D753BCD-3725-41CA-B36F-BDA0E15E9BF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2" name="2-Picture" descr="e7d195523061f1c0d3ba7f298e59d031c9c3f97027ed136f882110EF8F17BAD1F2C348D17C7856EF46CB4678CC9E44EE1ABA681E3133328A7B4D22AAF822B2429426B2355AA8CC4431B8568D2CF3B73A608EADBFD87AE0DC2085F49D4C585EE85AD222AAB0F9867648B54ABAF32054115737F34E4D49AA79217DAAD96EC749D63CD56D4C4DBEFB4D">
            <a:extLst>
              <a:ext uri="{FF2B5EF4-FFF2-40B4-BE49-F238E27FC236}">
                <a16:creationId xmlns:a16="http://schemas.microsoft.com/office/drawing/2014/main" id="{439A88EF-4343-4565-8AE5-20737912EF1F}"/>
              </a:ext>
            </a:extLst>
          </p:cNvPr>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2514600" y="482600"/>
            <a:ext cx="7162800" cy="629362"/>
          </a:xfrm>
          <a:prstGeom prst="rect">
            <a:avLst/>
          </a:prstGeom>
        </p:spPr>
      </p:pic>
      <p:sp>
        <p:nvSpPr>
          <p:cNvPr id="6" name="3-Freeform">
            <a:extLst>
              <a:ext uri="{FF2B5EF4-FFF2-40B4-BE49-F238E27FC236}">
                <a16:creationId xmlns:a16="http://schemas.microsoft.com/office/drawing/2014/main" id="{9CF1DD72-2871-4B73-919F-6237A7193ED9}"/>
              </a:ext>
            </a:extLst>
          </p:cNvPr>
          <p:cNvSpPr/>
          <p:nvPr userDrawn="1"/>
        </p:nvSpPr>
        <p:spPr>
          <a:xfrm>
            <a:off x="4279469" y="744498"/>
            <a:ext cx="6261531" cy="263078"/>
          </a:xfrm>
          <a:custGeom>
            <a:avLst/>
            <a:gdLst>
              <a:gd name="connsiteX0" fmla="*/ 3619500 w 3619500"/>
              <a:gd name="connsiteY0" fmla="*/ 47163 h 263078"/>
              <a:gd name="connsiteX1" fmla="*/ 2997200 w 3619500"/>
              <a:gd name="connsiteY1" fmla="*/ 15413 h 263078"/>
              <a:gd name="connsiteX2" fmla="*/ 2108200 w 3619500"/>
              <a:gd name="connsiteY2" fmla="*/ 263063 h 263078"/>
              <a:gd name="connsiteX3" fmla="*/ 920750 w 3619500"/>
              <a:gd name="connsiteY3" fmla="*/ 2713 h 263078"/>
              <a:gd name="connsiteX4" fmla="*/ 0 w 3619500"/>
              <a:gd name="connsiteY4" fmla="*/ 180513 h 263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0" h="263078">
                <a:moveTo>
                  <a:pt x="3619500" y="47163"/>
                </a:moveTo>
                <a:cubicBezTo>
                  <a:pt x="3434291" y="13296"/>
                  <a:pt x="3249083" y="-20570"/>
                  <a:pt x="2997200" y="15413"/>
                </a:cubicBezTo>
                <a:cubicBezTo>
                  <a:pt x="2745317" y="51396"/>
                  <a:pt x="2454275" y="265180"/>
                  <a:pt x="2108200" y="263063"/>
                </a:cubicBezTo>
                <a:cubicBezTo>
                  <a:pt x="1762125" y="260946"/>
                  <a:pt x="1272117" y="16471"/>
                  <a:pt x="920750" y="2713"/>
                </a:cubicBezTo>
                <a:cubicBezTo>
                  <a:pt x="569383" y="-11045"/>
                  <a:pt x="284691" y="84734"/>
                  <a:pt x="0" y="180513"/>
                </a:cubicBezTo>
              </a:path>
            </a:pathLst>
          </a:custGeom>
          <a:noFill/>
          <a:ln w="22225">
            <a:gradFill flip="none" rotWithShape="1">
              <a:gsLst>
                <a:gs pos="0">
                  <a:schemeClr val="accent1">
                    <a:alpha val="0"/>
                  </a:schemeClr>
                </a:gs>
                <a:gs pos="74000">
                  <a:schemeClr val="accent2">
                    <a:alpha val="4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4-Freeform">
            <a:extLst>
              <a:ext uri="{FF2B5EF4-FFF2-40B4-BE49-F238E27FC236}">
                <a16:creationId xmlns:a16="http://schemas.microsoft.com/office/drawing/2014/main" id="{BA622EA8-127E-4664-BAA9-E15B8DF818AA}"/>
              </a:ext>
            </a:extLst>
          </p:cNvPr>
          <p:cNvSpPr/>
          <p:nvPr userDrawn="1"/>
        </p:nvSpPr>
        <p:spPr>
          <a:xfrm>
            <a:off x="3379511" y="828162"/>
            <a:ext cx="6894275" cy="167743"/>
          </a:xfrm>
          <a:custGeom>
            <a:avLst/>
            <a:gdLst>
              <a:gd name="connsiteX0" fmla="*/ 0 w 3985260"/>
              <a:gd name="connsiteY0" fmla="*/ 114312 h 167743"/>
              <a:gd name="connsiteX1" fmla="*/ 685800 w 3985260"/>
              <a:gd name="connsiteY1" fmla="*/ 12 h 167743"/>
              <a:gd name="connsiteX2" fmla="*/ 1409700 w 3985260"/>
              <a:gd name="connsiteY2" fmla="*/ 106692 h 167743"/>
              <a:gd name="connsiteX3" fmla="*/ 2263140 w 3985260"/>
              <a:gd name="connsiteY3" fmla="*/ 53352 h 167743"/>
              <a:gd name="connsiteX4" fmla="*/ 3009900 w 3985260"/>
              <a:gd name="connsiteY4" fmla="*/ 167652 h 167743"/>
              <a:gd name="connsiteX5" fmla="*/ 3985260 w 3985260"/>
              <a:gd name="connsiteY5" fmla="*/ 68592 h 16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5260" h="167743">
                <a:moveTo>
                  <a:pt x="0" y="114312"/>
                </a:moveTo>
                <a:cubicBezTo>
                  <a:pt x="225425" y="57797"/>
                  <a:pt x="450850" y="1282"/>
                  <a:pt x="685800" y="12"/>
                </a:cubicBezTo>
                <a:cubicBezTo>
                  <a:pt x="920750" y="-1258"/>
                  <a:pt x="1146810" y="97802"/>
                  <a:pt x="1409700" y="106692"/>
                </a:cubicBezTo>
                <a:cubicBezTo>
                  <a:pt x="1672590" y="115582"/>
                  <a:pt x="1996440" y="43192"/>
                  <a:pt x="2263140" y="53352"/>
                </a:cubicBezTo>
                <a:cubicBezTo>
                  <a:pt x="2529840" y="63512"/>
                  <a:pt x="2722880" y="165112"/>
                  <a:pt x="3009900" y="167652"/>
                </a:cubicBezTo>
                <a:cubicBezTo>
                  <a:pt x="3296920" y="170192"/>
                  <a:pt x="3641090" y="119392"/>
                  <a:pt x="3985260" y="68592"/>
                </a:cubicBezTo>
              </a:path>
            </a:pathLst>
          </a:custGeom>
          <a:noFill/>
          <a:ln w="22225">
            <a:gradFill flip="none" rotWithShape="1">
              <a:gsLst>
                <a:gs pos="0">
                  <a:schemeClr val="accent1">
                    <a:alpha val="0"/>
                  </a:schemeClr>
                </a:gs>
                <a:gs pos="74000">
                  <a:schemeClr val="accent1">
                    <a:alpha val="88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5-Freeform">
            <a:extLst>
              <a:ext uri="{FF2B5EF4-FFF2-40B4-BE49-F238E27FC236}">
                <a16:creationId xmlns:a16="http://schemas.microsoft.com/office/drawing/2014/main" id="{814FB979-6849-4088-8C70-6A026620D9DB}"/>
              </a:ext>
            </a:extLst>
          </p:cNvPr>
          <p:cNvSpPr/>
          <p:nvPr userDrawn="1"/>
        </p:nvSpPr>
        <p:spPr>
          <a:xfrm>
            <a:off x="1222852" y="675774"/>
            <a:ext cx="5690304" cy="342900"/>
          </a:xfrm>
          <a:custGeom>
            <a:avLst/>
            <a:gdLst>
              <a:gd name="connsiteX0" fmla="*/ 0 w 3289300"/>
              <a:gd name="connsiteY0" fmla="*/ 0 h 273050"/>
              <a:gd name="connsiteX1" fmla="*/ 349250 w 3289300"/>
              <a:gd name="connsiteY1" fmla="*/ 234950 h 273050"/>
              <a:gd name="connsiteX2" fmla="*/ 901700 w 3289300"/>
              <a:gd name="connsiteY2" fmla="*/ 88900 h 273050"/>
              <a:gd name="connsiteX3" fmla="*/ 1536700 w 3289300"/>
              <a:gd name="connsiteY3" fmla="*/ 222250 h 273050"/>
              <a:gd name="connsiteX4" fmla="*/ 2336800 w 3289300"/>
              <a:gd name="connsiteY4" fmla="*/ 120650 h 273050"/>
              <a:gd name="connsiteX5" fmla="*/ 3289300 w 3289300"/>
              <a:gd name="connsiteY5" fmla="*/ 273050 h 27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9300" h="273050">
                <a:moveTo>
                  <a:pt x="0" y="0"/>
                </a:moveTo>
                <a:cubicBezTo>
                  <a:pt x="99483" y="110066"/>
                  <a:pt x="198967" y="220133"/>
                  <a:pt x="349250" y="234950"/>
                </a:cubicBezTo>
                <a:cubicBezTo>
                  <a:pt x="499533" y="249767"/>
                  <a:pt x="703792" y="91017"/>
                  <a:pt x="901700" y="88900"/>
                </a:cubicBezTo>
                <a:cubicBezTo>
                  <a:pt x="1099608" y="86783"/>
                  <a:pt x="1297517" y="216958"/>
                  <a:pt x="1536700" y="222250"/>
                </a:cubicBezTo>
                <a:cubicBezTo>
                  <a:pt x="1775883" y="227542"/>
                  <a:pt x="2044700" y="112183"/>
                  <a:pt x="2336800" y="120650"/>
                </a:cubicBezTo>
                <a:cubicBezTo>
                  <a:pt x="2628900" y="129117"/>
                  <a:pt x="2959100" y="201083"/>
                  <a:pt x="3289300" y="273050"/>
                </a:cubicBezTo>
              </a:path>
            </a:pathLst>
          </a:custGeom>
          <a:noFill/>
          <a:ln w="22225">
            <a:gradFill flip="none" rotWithShape="1">
              <a:gsLst>
                <a:gs pos="0">
                  <a:schemeClr val="accent1">
                    <a:alpha val="0"/>
                  </a:schemeClr>
                </a:gs>
                <a:gs pos="74000">
                  <a:schemeClr val="accent2">
                    <a:alpha val="59000"/>
                  </a:schemeClr>
                </a:gs>
                <a:gs pos="83000">
                  <a:schemeClr val="accent1">
                    <a:alpha val="20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6-Placeholder">
            <a:extLst>
              <a:ext uri="{FF2B5EF4-FFF2-40B4-BE49-F238E27FC236}">
                <a16:creationId xmlns:a16="http://schemas.microsoft.com/office/drawing/2014/main" id="{2886DEF6-7AC7-6849-8934-828ACDCE5992}"/>
              </a:ext>
            </a:extLst>
          </p:cNvPr>
          <p:cNvSpPr>
            <a:spLocks noGrp="1"/>
          </p:cNvSpPr>
          <p:nvPr>
            <p:ph type="body" sz="quarter" idx="10"/>
          </p:nvPr>
        </p:nvSpPr>
        <p:spPr>
          <a:xfrm>
            <a:off x="1144412" y="275579"/>
            <a:ext cx="9903176" cy="723900"/>
          </a:xfrm>
          <a:prstGeom prst="rect">
            <a:avLst/>
          </a:prstGeom>
        </p:spPr>
        <p:txBody>
          <a:bodyPr anchor="ctr" anchorCtr="0"/>
          <a:lstStyle>
            <a:lvl1pPr marL="0" indent="0" algn="ctr">
              <a:buNone/>
              <a:defRPr sz="3200" b="1">
                <a:solidFill>
                  <a:schemeClr val="bg1"/>
                </a:solidFill>
                <a:latin typeface="+mj-lt"/>
                <a:ea typeface="+mj-ea"/>
              </a:defRPr>
            </a:lvl1pPr>
            <a:lvl2pPr marL="457200" indent="0">
              <a:buNone/>
              <a:defRPr/>
            </a:lvl2pPr>
            <a:lvl3pPr marL="914400" indent="0">
              <a:buNone/>
              <a:defRPr/>
            </a:lvl3pPr>
            <a:lvl4pPr marL="1371600" indent="0">
              <a:buNone/>
              <a:defRPr/>
            </a:lvl4pPr>
            <a:lvl5pPr marL="1828800" indent="0">
              <a:buNone/>
              <a:defRPr/>
            </a:lvl5pPr>
          </a:lstStyle>
          <a:p>
            <a:pPr lvl="0"/>
            <a:endParaRPr lang="en-US" altLang="zh-CN" dirty="0"/>
          </a:p>
        </p:txBody>
      </p:sp>
    </p:spTree>
    <p:extLst>
      <p:ext uri="{BB962C8B-B14F-4D97-AF65-F5344CB8AC3E}">
        <p14:creationId xmlns:p14="http://schemas.microsoft.com/office/powerpoint/2010/main" val="229493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6" presetClass="entr" presetSubtype="37"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outVertical)">
                                      <p:cBhvr>
                                        <p:cTn id="12" dur="1000"/>
                                        <p:tgtEl>
                                          <p:spTgt spid="6"/>
                                        </p:tgtEl>
                                      </p:cBhvr>
                                    </p:animEffect>
                                  </p:childTnLst>
                                </p:cTn>
                              </p:par>
                              <p:par>
                                <p:cTn id="13" presetID="16" presetClass="entr" presetSubtype="37"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outVertical)">
                                      <p:cBhvr>
                                        <p:cTn id="15" dur="1000"/>
                                        <p:tgtEl>
                                          <p:spTgt spid="7"/>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outVertical)">
                                      <p:cBhvr>
                                        <p:cTn id="18" dur="10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750"/>
                                        <p:tgtEl>
                                          <p:spTgt spid="10"/>
                                        </p:tgtEl>
                                      </p:cBhvr>
                                    </p:animEffect>
                                  </p:childTnLst>
                                </p:cTn>
                              </p:par>
                              <p:par>
                                <p:cTn id="22" presetID="64" presetClass="path" presetSubtype="0" decel="50667" fill="hold" nodeType="withEffect">
                                  <p:stCondLst>
                                    <p:cond delay="0"/>
                                  </p:stCondLst>
                                  <p:childTnLst>
                                    <p:animMotion origin="layout" path="M 0 0.0588 L 0 0 " pathEditMode="relative" rAng="0" ptsTypes="AA">
                                      <p:cBhvr>
                                        <p:cTn id="23" dur="2000" fill="hold"/>
                                        <p:tgtEl>
                                          <p:spTgt spid="10"/>
                                        </p:tgtEl>
                                        <p:attrNameLst>
                                          <p:attrName>ppt_x</p:attrName>
                                          <p:attrName>ppt_y</p:attrName>
                                        </p:attrNameLst>
                                      </p:cBhvr>
                                      <p:rCtr x="0" y="-2940"/>
                                    </p:animMotion>
                                  </p:childTnLst>
                                </p:cTn>
                              </p:par>
                              <p:par>
                                <p:cTn id="24" presetID="10" presetClass="entr" presetSubtype="0" fill="hold" grpId="0" nodeType="withEffect" nodePh="1">
                                  <p:stCondLst>
                                    <p:cond delay="0"/>
                                  </p:stCondLst>
                                  <p:endCondLst>
                                    <p:cond evt="begin" delay="0">
                                      <p:tn val="24"/>
                                    </p:cond>
                                  </p:endCondLst>
                                  <p:childTnLst>
                                    <p:set>
                                      <p:cBhvr>
                                        <p:cTn id="25" dur="1" fill="hold">
                                          <p:stCondLst>
                                            <p:cond delay="0"/>
                                          </p:stCondLst>
                                        </p:cTn>
                                        <p:tgtEl>
                                          <p:spTgt spid="9">
                                            <p:txEl>
                                              <p:pRg st="0" end="0"/>
                                            </p:txEl>
                                          </p:spTgt>
                                        </p:tgtEl>
                                        <p:attrNameLst>
                                          <p:attrName>style.visibility</p:attrName>
                                        </p:attrNameLst>
                                      </p:cBhvr>
                                      <p:to>
                                        <p:strVal val="visible"/>
                                      </p:to>
                                    </p:set>
                                    <p:animEffect transition="in" filter="fade">
                                      <p:cBhvr>
                                        <p:cTn id="26" dur="750"/>
                                        <p:tgtEl>
                                          <p:spTgt spid="9">
                                            <p:txEl>
                                              <p:pRg st="0" end="0"/>
                                            </p:txEl>
                                          </p:spTgt>
                                        </p:tgtEl>
                                      </p:cBhvr>
                                    </p:animEffect>
                                  </p:childTnLst>
                                </p:cTn>
                              </p:par>
                              <p:par>
                                <p:cTn id="27" presetID="63" presetClass="path" presetSubtype="0" decel="50000" fill="hold" grpId="1" nodeType="withEffect" nodePh="1">
                                  <p:stCondLst>
                                    <p:cond delay="0"/>
                                  </p:stCondLst>
                                  <p:endCondLst>
                                    <p:cond evt="begin" delay="0">
                                      <p:tn val="27"/>
                                    </p:cond>
                                  </p:endCondLst>
                                  <p:childTnLst>
                                    <p:animMotion origin="layout" path="M -0.01563 4.44444E-6 L 0.1108 4.44444E-6 " pathEditMode="relative" rAng="0" ptsTypes="AA">
                                      <p:cBhvr>
                                        <p:cTn id="28" dur="750" spd="-100000" fill="hold"/>
                                        <p:tgtEl>
                                          <p:spTgt spid="9">
                                            <p:txEl>
                                              <p:pRg st="0" end="0"/>
                                            </p:txEl>
                                          </p:spTgt>
                                        </p:tgtEl>
                                        <p:attrNameLst>
                                          <p:attrName>ppt_x</p:attrName>
                                          <p:attrName>ppt_y</p:attrName>
                                        </p:attrNameLst>
                                      </p:cBhvr>
                                      <p:rCtr x="6315" y="0"/>
                                    </p:animMotion>
                                  </p:childTnLst>
                                </p:cTn>
                              </p:par>
                              <p:par>
                                <p:cTn id="29" presetID="35" presetClass="path" presetSubtype="0" decel="50000" fill="hold" grpId="2" nodeType="withEffect" nodePh="1">
                                  <p:stCondLst>
                                    <p:cond delay="750"/>
                                  </p:stCondLst>
                                  <p:endCondLst>
                                    <p:cond evt="begin" delay="0">
                                      <p:tn val="29"/>
                                    </p:cond>
                                  </p:endCondLst>
                                  <p:childTnLst>
                                    <p:animMotion origin="layout" path="M -0.01563 4.44444E-6 L 2.5E-6 4.44444E-6 " pathEditMode="relative" rAng="0" ptsTypes="AA">
                                      <p:cBhvr>
                                        <p:cTn id="30" dur="750" fill="hold"/>
                                        <p:tgtEl>
                                          <p:spTgt spid="9">
                                            <p:txEl>
                                              <p:pRg st="0" end="0"/>
                                            </p:txEl>
                                          </p:spTgt>
                                        </p:tgtEl>
                                        <p:attrNameLst>
                                          <p:attrName>ppt_x</p:attrName>
                                          <p:attrName>ppt_y</p:attrName>
                                        </p:attrNameLst>
                                      </p:cBhvr>
                                      <p:rCtr x="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P spid="9" grpId="1" build="p">
        <p:tmplLst>
          <p:tmpl lvl="1">
            <p:tnLst>
              <p:par>
                <p:cTn presetID="63" presetClass="path" presetSubtype="0" decel="50000" fill="hold" nodeType="withEffect" nodePh="1">
                  <p:stCondLst>
                    <p:cond delay="0"/>
                  </p:stCondLst>
                  <p:endCondLst>
                    <p:cond delay="0"/>
                  </p:endCondLst>
                  <p:childTnLst>
                    <p:animMotion origin="layout" path="M -0.01563 4.44444E-6 L 0.1108 4.44444E-6 " pathEditMode="relative" rAng="0" ptsTypes="AA">
                      <p:cBhvr>
                        <p:cTn dur="750" spd="-100000" fill="hold"/>
                        <p:tgtEl>
                          <p:spTgt spid="9"/>
                        </p:tgtEl>
                        <p:attrNameLst>
                          <p:attrName>ppt_x</p:attrName>
                          <p:attrName>ppt_y</p:attrName>
                        </p:attrNameLst>
                      </p:cBhvr>
                      <p:rCtr x="6315" y="0"/>
                    </p:animMotion>
                  </p:childTnLst>
                </p:cTn>
              </p:par>
            </p:tnLst>
          </p:tmpl>
        </p:tmplLst>
      </p:bldP>
      <p:bldP spid="9" grpId="2" build="p">
        <p:tmplLst>
          <p:tmpl lvl="1">
            <p:tnLst>
              <p:par>
                <p:cTn presetID="35" presetClass="path" presetSubtype="0" decel="50000" fill="hold" nodeType="withEffect" nodePh="1">
                  <p:stCondLst>
                    <p:cond delay="750"/>
                  </p:stCondLst>
                  <p:endCondLst>
                    <p:cond delay="0"/>
                  </p:endCondLst>
                  <p:childTnLst>
                    <p:animMotion origin="layout" path="M -0.01563 4.44444E-6 L 2.5E-6 4.44444E-6 " pathEditMode="relative" rAng="0" ptsTypes="AA">
                      <p:cBhvr>
                        <p:cTn dur="750" fill="hold"/>
                        <p:tgtEl>
                          <p:spTgt spid="9"/>
                        </p:tgtEl>
                        <p:attrNameLst>
                          <p:attrName>ppt_x</p:attrName>
                          <p:attrName>ppt_y</p:attrName>
                        </p:attrNameLst>
                      </p:cBhvr>
                      <p:rCtr x="781" y="0"/>
                    </p:animMotion>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p:bg>
      <p:bgPr>
        <a:solidFill>
          <a:srgbClr val="0D0F1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6702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
    <p:spTree>
      <p:nvGrpSpPr>
        <p:cNvPr id="1" name=""/>
        <p:cNvGrpSpPr/>
        <p:nvPr/>
      </p:nvGrpSpPr>
      <p:grpSpPr>
        <a:xfrm>
          <a:off x="0" y="0"/>
          <a:ext cx="0" cy="0"/>
          <a:chOff x="0" y="0"/>
          <a:chExt cx="0" cy="0"/>
        </a:xfrm>
      </p:grpSpPr>
      <p:pic>
        <p:nvPicPr>
          <p:cNvPr id="2" name="1-Picture">
            <a:extLst>
              <a:ext uri="{FF2B5EF4-FFF2-40B4-BE49-F238E27FC236}">
                <a16:creationId xmlns:a16="http://schemas.microsoft.com/office/drawing/2014/main" id="{05E12BD9-A35B-4871-B8CD-C97C7B4D2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940429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
    <p:spTree>
      <p:nvGrpSpPr>
        <p:cNvPr id="1" name=""/>
        <p:cNvGrpSpPr/>
        <p:nvPr/>
      </p:nvGrpSpPr>
      <p:grpSpPr>
        <a:xfrm>
          <a:off x="0" y="0"/>
          <a:ext cx="0" cy="0"/>
          <a:chOff x="0" y="0"/>
          <a:chExt cx="0" cy="0"/>
        </a:xfrm>
      </p:grpSpPr>
      <p:pic>
        <p:nvPicPr>
          <p:cNvPr id="6" name="1-Picture">
            <a:extLst>
              <a:ext uri="{FF2B5EF4-FFF2-40B4-BE49-F238E27FC236}">
                <a16:creationId xmlns:a16="http://schemas.microsoft.com/office/drawing/2014/main" id="{5265DF56-FA7B-4741-BAD2-2B8514B288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7117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1668343"/>
      </p:ext>
    </p:extLst>
  </p:cSld>
  <p:clrMap bg1="lt1" tx1="dk1" bg2="lt2" tx2="dk2" accent1="accent1" accent2="accent2" accent3="accent3" accent4="accent4" accent5="accent5" accent6="accent6" hlink="hlink" folHlink="folHlink"/>
  <p:sldLayoutIdLst>
    <p:sldLayoutId id="2147483665" r:id="rId1"/>
    <p:sldLayoutId id="2147483664" r:id="rId2"/>
    <p:sldLayoutId id="2147483677" r:id="rId3"/>
    <p:sldLayoutId id="2147483676" r:id="rId4"/>
    <p:sldLayoutId id="2147483675" r:id="rId5"/>
    <p:sldLayoutId id="2147483674" r:id="rId6"/>
    <p:sldLayoutId id="2147483673" r:id="rId7"/>
    <p:sldLayoutId id="2147483672" r:id="rId8"/>
    <p:sldLayoutId id="2147483671" r:id="rId9"/>
    <p:sldLayoutId id="2147483670" r:id="rId10"/>
    <p:sldLayoutId id="2147483666" r:id="rId11"/>
    <p:sldLayoutId id="2147483667" r:id="rId12"/>
    <p:sldLayoutId id="2147483668" r:id="rId13"/>
    <p:sldLayoutId id="214748366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1-Pictur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CC7339B6-DB0A-4564-A5DB-1C257E7D5D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42078" y="2617157"/>
            <a:ext cx="5248138" cy="2909580"/>
          </a:xfrm>
          <a:prstGeom prst="rect">
            <a:avLst/>
          </a:prstGeom>
        </p:spPr>
      </p:pic>
      <p:sp>
        <p:nvSpPr>
          <p:cNvPr id="7" name="7-Oval"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BA84C9C7-21FE-4880-8169-D1FBC4244E6A}"/>
              </a:ext>
            </a:extLst>
          </p:cNvPr>
          <p:cNvSpPr/>
          <p:nvPr/>
        </p:nvSpPr>
        <p:spPr>
          <a:xfrm>
            <a:off x="5934676" y="1697453"/>
            <a:ext cx="322646" cy="322642"/>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8-Oval"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F624711F-C26E-446F-8770-B160CF6830FC}"/>
              </a:ext>
            </a:extLst>
          </p:cNvPr>
          <p:cNvSpPr/>
          <p:nvPr/>
        </p:nvSpPr>
        <p:spPr>
          <a:xfrm>
            <a:off x="5656487" y="1444825"/>
            <a:ext cx="879024" cy="879018"/>
          </a:xfrm>
          <a:prstGeom prst="ellipse">
            <a:avLst/>
          </a:prstGeom>
          <a:noFill/>
          <a:ln w="31750">
            <a:gradFill flip="none" rotWithShape="1">
              <a:gsLst>
                <a:gs pos="60000">
                  <a:schemeClr val="accent2"/>
                </a:gs>
                <a:gs pos="0">
                  <a:schemeClr val="accent2">
                    <a:alpha val="0"/>
                  </a:schemeClr>
                </a:gs>
                <a:gs pos="100000">
                  <a:schemeClr val="accent2"/>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9-Oval"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BB18D13-0055-4C78-AFE5-51D5816DDF25}"/>
              </a:ext>
            </a:extLst>
          </p:cNvPr>
          <p:cNvSpPr/>
          <p:nvPr/>
        </p:nvSpPr>
        <p:spPr>
          <a:xfrm>
            <a:off x="5719966" y="1490978"/>
            <a:ext cx="761558" cy="761554"/>
          </a:xfrm>
          <a:prstGeom prst="ellipse">
            <a:avLst/>
          </a:prstGeom>
          <a:noFill/>
          <a:ln w="12700">
            <a:solidFill>
              <a:schemeClr val="accent2">
                <a:alpha val="56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 name="10-Oval"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4E9D171E-5E09-4B9C-A71C-77D7D124D6B7}"/>
              </a:ext>
            </a:extLst>
          </p:cNvPr>
          <p:cNvSpPr/>
          <p:nvPr/>
        </p:nvSpPr>
        <p:spPr>
          <a:xfrm>
            <a:off x="5776823" y="1539601"/>
            <a:ext cx="638352" cy="638346"/>
          </a:xfrm>
          <a:prstGeom prst="ellipse">
            <a:avLst/>
          </a:prstGeom>
          <a:noFill/>
          <a:ln w="31750">
            <a:solidFill>
              <a:schemeClr val="accent2">
                <a:alpha val="23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15" name="15-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0280D9F2-A608-4F9C-BA83-F708DA732669}"/>
              </a:ext>
            </a:extLst>
          </p:cNvPr>
          <p:cNvCxnSpPr/>
          <p:nvPr/>
        </p:nvCxnSpPr>
        <p:spPr>
          <a:xfrm>
            <a:off x="7283725" y="2630475"/>
            <a:ext cx="539475" cy="0"/>
          </a:xfrm>
          <a:prstGeom prst="line">
            <a:avLst/>
          </a:prstGeom>
          <a:ln w="19050">
            <a:gradFill flip="none" rotWithShape="1">
              <a:gsLst>
                <a:gs pos="0">
                  <a:schemeClr val="bg1">
                    <a:alpha val="49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6" name="16-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2F041A0C-1C32-423C-8995-B2244FEAA0E6}"/>
              </a:ext>
            </a:extLst>
          </p:cNvPr>
          <p:cNvCxnSpPr/>
          <p:nvPr/>
        </p:nvCxnSpPr>
        <p:spPr>
          <a:xfrm>
            <a:off x="4458044" y="2630475"/>
            <a:ext cx="539475" cy="0"/>
          </a:xfrm>
          <a:prstGeom prst="line">
            <a:avLst/>
          </a:prstGeom>
          <a:ln w="19050">
            <a:gradFill flip="none" rotWithShape="1">
              <a:gsLst>
                <a:gs pos="0">
                  <a:schemeClr val="bg1">
                    <a:alpha val="49000"/>
                  </a:schemeClr>
                </a:gs>
                <a:gs pos="100000">
                  <a:schemeClr val="bg1">
                    <a:alpha val="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17" name="17-TextBox"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419A919-A44E-432A-94F7-845762C602C0}"/>
              </a:ext>
            </a:extLst>
          </p:cNvPr>
          <p:cNvSpPr txBox="1"/>
          <p:nvPr/>
        </p:nvSpPr>
        <p:spPr>
          <a:xfrm>
            <a:off x="1502801" y="3286768"/>
            <a:ext cx="9601003" cy="833178"/>
          </a:xfrm>
          <a:prstGeom prst="rect">
            <a:avLst/>
          </a:prstGeom>
        </p:spPr>
        <p:txBody>
          <a:bodyPr wrap="none" lIns="90000" tIns="46800" rIns="90000" bIns="46800">
            <a:spAutoFit/>
          </a:bodyPr>
          <a:lstStyle>
            <a:defPPr>
              <a:defRPr lang="zh-CN"/>
            </a:defPPr>
            <a:lvl1pPr>
              <a:defRPr sz="6000" b="0">
                <a:solidFill>
                  <a:schemeClr val="tx2"/>
                </a:solidFill>
                <a:latin typeface="TimeBurner Bold" panose="020000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4800" b="1" noProof="0" dirty="0">
                <a:solidFill>
                  <a:prstClr val="white"/>
                </a:solidFill>
                <a:latin typeface="+mj-lt"/>
                <a:ea typeface="+mj-ea"/>
                <a:cs typeface="+mn-ea"/>
                <a:sym typeface="+mn-lt"/>
              </a:rPr>
              <a:t>A</a:t>
            </a:r>
            <a:r>
              <a:rPr lang="en-US" altLang="zh-CN" sz="4800" b="1" dirty="0">
                <a:solidFill>
                  <a:prstClr val="white"/>
                </a:solidFill>
                <a:latin typeface="+mj-lt"/>
                <a:ea typeface="+mj-ea"/>
                <a:cs typeface="+mn-ea"/>
                <a:sym typeface="+mn-lt"/>
              </a:rPr>
              <a:t>I-Based OMR Sheet Evaluation</a:t>
            </a:r>
            <a:endParaRPr kumimoji="0" lang="en-US" altLang="zh-CN" sz="4800" b="1" i="0" u="none" strike="noStrike" kern="1200" cap="none" spc="0" normalizeH="0" baseline="0" noProof="0" dirty="0">
              <a:ln>
                <a:noFill/>
              </a:ln>
              <a:solidFill>
                <a:prstClr val="white"/>
              </a:solidFill>
              <a:effectLst/>
              <a:uLnTx/>
              <a:uFillTx/>
              <a:latin typeface="+mj-lt"/>
              <a:ea typeface="+mj-ea"/>
              <a:cs typeface="+mn-ea"/>
              <a:sym typeface="+mn-lt"/>
            </a:endParaRPr>
          </a:p>
        </p:txBody>
      </p:sp>
      <p:cxnSp>
        <p:nvCxnSpPr>
          <p:cNvPr id="20" name="20-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897D5DE-4E61-4B9B-81E5-FC132760DE9E}"/>
              </a:ext>
            </a:extLst>
          </p:cNvPr>
          <p:cNvCxnSpPr/>
          <p:nvPr/>
        </p:nvCxnSpPr>
        <p:spPr>
          <a:xfrm flipH="1">
            <a:off x="291110" y="6163469"/>
            <a:ext cx="80978" cy="0"/>
          </a:xfrm>
          <a:prstGeom prst="line">
            <a:avLst/>
          </a:prstGeom>
          <a:ln w="15875">
            <a:solidFill>
              <a:schemeClr val="bg1">
                <a:alpha val="71000"/>
              </a:schemeClr>
            </a:solidFill>
          </a:ln>
        </p:spPr>
        <p:style>
          <a:lnRef idx="1">
            <a:schemeClr val="accent1"/>
          </a:lnRef>
          <a:fillRef idx="0">
            <a:schemeClr val="accent1"/>
          </a:fillRef>
          <a:effectRef idx="0">
            <a:schemeClr val="accent1"/>
          </a:effectRef>
          <a:fontRef idx="minor">
            <a:schemeClr val="tx1"/>
          </a:fontRef>
        </p:style>
      </p:cxnSp>
      <p:grpSp>
        <p:nvGrpSpPr>
          <p:cNvPr id="22" name="22-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BFB57B9E-5463-4B02-803D-2A51C86D9F67}"/>
              </a:ext>
            </a:extLst>
          </p:cNvPr>
          <p:cNvGrpSpPr/>
          <p:nvPr/>
        </p:nvGrpSpPr>
        <p:grpSpPr>
          <a:xfrm>
            <a:off x="11448220" y="6457950"/>
            <a:ext cx="389341" cy="158390"/>
            <a:chOff x="1031829" y="6375400"/>
            <a:chExt cx="389341" cy="158390"/>
          </a:xfrm>
          <a:gradFill>
            <a:gsLst>
              <a:gs pos="55000">
                <a:schemeClr val="accent1"/>
              </a:gs>
              <a:gs pos="100000">
                <a:schemeClr val="accent2"/>
              </a:gs>
            </a:gsLst>
            <a:lin ang="0" scaled="1"/>
          </a:gradFill>
        </p:grpSpPr>
        <p:sp>
          <p:nvSpPr>
            <p:cNvPr id="23" name="22-1-Freeform">
              <a:extLst>
                <a:ext uri="{FF2B5EF4-FFF2-40B4-BE49-F238E27FC236}">
                  <a16:creationId xmlns:a16="http://schemas.microsoft.com/office/drawing/2014/main" id="{1D645196-A3C1-434F-B185-E59358DDBA5F}"/>
                </a:ext>
              </a:extLst>
            </p:cNvPr>
            <p:cNvSpPr/>
            <p:nvPr/>
          </p:nvSpPr>
          <p:spPr>
            <a:xfrm>
              <a:off x="1031829" y="6410442"/>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22-2-Freeform">
              <a:extLst>
                <a:ext uri="{FF2B5EF4-FFF2-40B4-BE49-F238E27FC236}">
                  <a16:creationId xmlns:a16="http://schemas.microsoft.com/office/drawing/2014/main" id="{C051164D-5E72-4C78-A9B2-CD06CDFEC220}"/>
                </a:ext>
              </a:extLst>
            </p:cNvPr>
            <p:cNvSpPr/>
            <p:nvPr/>
          </p:nvSpPr>
          <p:spPr>
            <a:xfrm>
              <a:off x="1132982" y="6375400"/>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5" name="22-3-Freeform">
              <a:extLst>
                <a:ext uri="{FF2B5EF4-FFF2-40B4-BE49-F238E27FC236}">
                  <a16:creationId xmlns:a16="http://schemas.microsoft.com/office/drawing/2014/main" id="{9696AC20-A66C-456E-A62B-D85CC89BA611}"/>
                </a:ext>
              </a:extLst>
            </p:cNvPr>
            <p:cNvSpPr/>
            <p:nvPr/>
          </p:nvSpPr>
          <p:spPr>
            <a:xfrm>
              <a:off x="1193248" y="6410442"/>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6" name="22-4-Freeform">
              <a:extLst>
                <a:ext uri="{FF2B5EF4-FFF2-40B4-BE49-F238E27FC236}">
                  <a16:creationId xmlns:a16="http://schemas.microsoft.com/office/drawing/2014/main" id="{D44DBAEA-5580-4811-99DF-8000A85B385E}"/>
                </a:ext>
              </a:extLst>
            </p:cNvPr>
            <p:cNvSpPr/>
            <p:nvPr/>
          </p:nvSpPr>
          <p:spPr>
            <a:xfrm>
              <a:off x="1294401" y="6375400"/>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7" name="22-5-RightTriangle">
              <a:extLst>
                <a:ext uri="{FF2B5EF4-FFF2-40B4-BE49-F238E27FC236}">
                  <a16:creationId xmlns:a16="http://schemas.microsoft.com/office/drawing/2014/main" id="{82A68E11-2321-452A-BFF8-DDB7FD7B2552}"/>
                </a:ext>
              </a:extLst>
            </p:cNvPr>
            <p:cNvSpPr/>
            <p:nvPr/>
          </p:nvSpPr>
          <p:spPr>
            <a:xfrm flipH="1">
              <a:off x="1375110" y="6410442"/>
              <a:ext cx="46060" cy="88306"/>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66" name="24-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B5A4B1F-90E5-473E-8B0A-C7C81543F61E}"/>
              </a:ext>
            </a:extLst>
          </p:cNvPr>
          <p:cNvGrpSpPr/>
          <p:nvPr/>
        </p:nvGrpSpPr>
        <p:grpSpPr>
          <a:xfrm>
            <a:off x="4368800" y="4810735"/>
            <a:ext cx="3454400" cy="1204876"/>
            <a:chOff x="4368800" y="4899316"/>
            <a:chExt cx="3454400" cy="1204876"/>
          </a:xfrm>
        </p:grpSpPr>
        <p:pic>
          <p:nvPicPr>
            <p:cNvPr id="65" name="24-1-Picture">
              <a:extLst>
                <a:ext uri="{FF2B5EF4-FFF2-40B4-BE49-F238E27FC236}">
                  <a16:creationId xmlns:a16="http://schemas.microsoft.com/office/drawing/2014/main" id="{59BDA1A1-B2BD-420F-89A3-2858C2FE0E2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044" r="28044"/>
            <a:stretch/>
          </p:blipFill>
          <p:spPr>
            <a:xfrm>
              <a:off x="4368800" y="4899316"/>
              <a:ext cx="3454400" cy="1204876"/>
            </a:xfrm>
            <a:prstGeom prst="rect">
              <a:avLst/>
            </a:prstGeom>
          </p:spPr>
        </p:pic>
        <p:sp>
          <p:nvSpPr>
            <p:cNvPr id="41" name="24-2-TextBox">
              <a:extLst>
                <a:ext uri="{FF2B5EF4-FFF2-40B4-BE49-F238E27FC236}">
                  <a16:creationId xmlns:a16="http://schemas.microsoft.com/office/drawing/2014/main" id="{310E6445-5B55-4119-BEA3-6C6F10C2625D}"/>
                </a:ext>
              </a:extLst>
            </p:cNvPr>
            <p:cNvSpPr txBox="1"/>
            <p:nvPr/>
          </p:nvSpPr>
          <p:spPr>
            <a:xfrm>
              <a:off x="4993342" y="5320386"/>
              <a:ext cx="2205314"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i="0" u="none" strike="noStrike" kern="1200" cap="none" spc="100" normalizeH="0" baseline="0" noProof="0" dirty="0">
                <a:ln>
                  <a:noFill/>
                </a:ln>
                <a:solidFill>
                  <a:prstClr val="white"/>
                </a:solidFill>
                <a:effectLst/>
                <a:uLnTx/>
                <a:uFillTx/>
                <a:cs typeface="+mn-ea"/>
                <a:sym typeface="+mn-lt"/>
              </a:endParaRPr>
            </a:p>
          </p:txBody>
        </p:sp>
      </p:grpSp>
    </p:spTree>
    <p:extLst>
      <p:ext uri="{BB962C8B-B14F-4D97-AF65-F5344CB8AC3E}">
        <p14:creationId xmlns:p14="http://schemas.microsoft.com/office/powerpoint/2010/main" val="108751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750"/>
                                        <p:tgtEl>
                                          <p:spTgt spid="66"/>
                                        </p:tgtEl>
                                      </p:cBhvr>
                                    </p:animEffect>
                                  </p:childTnLst>
                                </p:cTn>
                              </p:par>
                              <p:par>
                                <p:cTn id="8" presetID="63" presetClass="path" presetSubtype="0" decel="50000" fill="hold" nodeType="withEffect">
                                  <p:stCondLst>
                                    <p:cond delay="0"/>
                                  </p:stCondLst>
                                  <p:childTnLst>
                                    <p:animMotion origin="layout" path="M 0.01523 -3.7037E-7 L -0.10885 -3.7037E-7 " pathEditMode="relative" rAng="0" ptsTypes="AA">
                                      <p:cBhvr>
                                        <p:cTn id="9" dur="750" spd="-100000" fill="hold"/>
                                        <p:tgtEl>
                                          <p:spTgt spid="66"/>
                                        </p:tgtEl>
                                        <p:attrNameLst>
                                          <p:attrName>ppt_x</p:attrName>
                                          <p:attrName>ppt_y</p:attrName>
                                        </p:attrNameLst>
                                      </p:cBhvr>
                                      <p:rCtr x="-6211" y="0"/>
                                    </p:animMotion>
                                  </p:childTnLst>
                                </p:cTn>
                              </p:par>
                              <p:par>
                                <p:cTn id="10" presetID="35" presetClass="path" presetSubtype="0" decel="50000" fill="hold" nodeType="withEffect">
                                  <p:stCondLst>
                                    <p:cond delay="750"/>
                                  </p:stCondLst>
                                  <p:childTnLst>
                                    <p:animMotion origin="layout" path="M 0.01602 -3.7037E-7 L 0 -3.7037E-7 " pathEditMode="relative" rAng="0" ptsTypes="AA">
                                      <p:cBhvr>
                                        <p:cTn id="11" dur="750" fill="hold"/>
                                        <p:tgtEl>
                                          <p:spTgt spid="66"/>
                                        </p:tgtEl>
                                        <p:attrNameLst>
                                          <p:attrName>ppt_x</p:attrName>
                                          <p:attrName>ppt_y</p:attrName>
                                        </p:attrNameLst>
                                      </p:cBhvr>
                                      <p:rCtr x="-807" y="0"/>
                                    </p:animMotion>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750"/>
                                        <p:tgtEl>
                                          <p:spTgt spid="17"/>
                                        </p:tgtEl>
                                      </p:cBhvr>
                                    </p:animEffect>
                                  </p:childTnLst>
                                </p:cTn>
                              </p:par>
                              <p:par>
                                <p:cTn id="15" presetID="63" presetClass="path" presetSubtype="0" decel="50000" fill="hold" grpId="1" nodeType="withEffect">
                                  <p:stCondLst>
                                    <p:cond delay="0"/>
                                  </p:stCondLst>
                                  <p:childTnLst>
                                    <p:animMotion origin="layout" path="M -0.01563 -2.22222E-6 L 0.1108 -2.22222E-6 " pathEditMode="relative" rAng="0" ptsTypes="AA">
                                      <p:cBhvr>
                                        <p:cTn id="16" dur="750" spd="-100000" fill="hold"/>
                                        <p:tgtEl>
                                          <p:spTgt spid="17"/>
                                        </p:tgtEl>
                                        <p:attrNameLst>
                                          <p:attrName>ppt_x</p:attrName>
                                          <p:attrName>ppt_y</p:attrName>
                                        </p:attrNameLst>
                                      </p:cBhvr>
                                      <p:rCtr x="6315" y="0"/>
                                    </p:animMotion>
                                  </p:childTnLst>
                                </p:cTn>
                              </p:par>
                              <p:par>
                                <p:cTn id="17" presetID="35" presetClass="path" presetSubtype="0" decel="50000" fill="hold" grpId="2" nodeType="withEffect">
                                  <p:stCondLst>
                                    <p:cond delay="750"/>
                                  </p:stCondLst>
                                  <p:childTnLst>
                                    <p:animMotion origin="layout" path="M -0.01563 -2.22222E-6 L 2.91667E-6 -2.22222E-6 " pathEditMode="relative" rAng="0" ptsTypes="AA">
                                      <p:cBhvr>
                                        <p:cTn id="18" dur="750" fill="hold"/>
                                        <p:tgtEl>
                                          <p:spTgt spid="17"/>
                                        </p:tgtEl>
                                        <p:attrNameLst>
                                          <p:attrName>ppt_x</p:attrName>
                                          <p:attrName>ppt_y</p:attrName>
                                        </p:attrNameLst>
                                      </p:cBhvr>
                                      <p:rCtr x="781" y="0"/>
                                    </p:animMotion>
                                  </p:childTnLst>
                                </p:cTn>
                              </p:par>
                              <p:par>
                                <p:cTn id="19" presetID="22" presetClass="entr" presetSubtype="8" fill="hold" nodeType="withEffect">
                                  <p:stCondLst>
                                    <p:cond delay="200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750"/>
                                        <p:tgtEl>
                                          <p:spTgt spid="20"/>
                                        </p:tgtEl>
                                      </p:cBhvr>
                                    </p:animEffect>
                                  </p:childTnLst>
                                </p:cTn>
                              </p:par>
                              <p:par>
                                <p:cTn id="22" presetID="10" presetClass="entr" presetSubtype="0" fill="hold" nodeType="withEffect">
                                  <p:stCondLst>
                                    <p:cond delay="75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250"/>
                                        <p:tgtEl>
                                          <p:spTgt spid="40"/>
                                        </p:tgtEl>
                                      </p:cBhvr>
                                    </p:animEffect>
                                  </p:childTnLst>
                                </p:cTn>
                              </p:par>
                              <p:par>
                                <p:cTn id="25" presetID="63" presetClass="path" presetSubtype="0" decel="50000" fill="hold" nodeType="withEffect">
                                  <p:stCondLst>
                                    <p:cond delay="750"/>
                                  </p:stCondLst>
                                  <p:childTnLst>
                                    <p:animMotion origin="layout" path="M -4.16667E-6 4.81481E-6 L -4.16667E-6 0.00023 " pathEditMode="relative" rAng="0" ptsTypes="AA">
                                      <p:cBhvr>
                                        <p:cTn id="26" dur="750" fill="hold"/>
                                        <p:tgtEl>
                                          <p:spTgt spid="40"/>
                                        </p:tgtEl>
                                        <p:attrNameLst>
                                          <p:attrName>ppt_x</p:attrName>
                                          <p:attrName>ppt_y</p:attrName>
                                        </p:attrNameLst>
                                      </p:cBhvr>
                                      <p:rCtr x="0" y="0"/>
                                    </p:animMotion>
                                  </p:childTnLst>
                                </p:cTn>
                              </p:par>
                              <p:par>
                                <p:cTn id="27" presetID="6" presetClass="emph" presetSubtype="0" decel="50000" fill="hold" nodeType="withEffect">
                                  <p:stCondLst>
                                    <p:cond delay="750"/>
                                  </p:stCondLst>
                                  <p:childTnLst>
                                    <p:animScale>
                                      <p:cBhvr>
                                        <p:cTn id="28" dur="750" fill="hold"/>
                                        <p:tgtEl>
                                          <p:spTgt spid="40"/>
                                        </p:tgtEl>
                                      </p:cBhvr>
                                      <p:by x="150000" y="150000"/>
                                      <p:from x="388876" y="388876"/>
                                      <p:to x="100000" y="100000"/>
                                    </p:animScale>
                                  </p:childTnLst>
                                </p:cTn>
                              </p:par>
                              <p:par>
                                <p:cTn id="29" presetID="22" presetClass="entr" presetSubtype="2" fill="hold" nodeType="withEffect">
                                  <p:stCondLst>
                                    <p:cond delay="200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750"/>
                                        <p:tgtEl>
                                          <p:spTgt spid="15"/>
                                        </p:tgtEl>
                                      </p:cBhvr>
                                    </p:animEffect>
                                  </p:childTnLst>
                                </p:cTn>
                              </p:par>
                              <p:par>
                                <p:cTn id="32" presetID="22" presetClass="entr" presetSubtype="8" fill="hold" nodeType="withEffect">
                                  <p:stCondLst>
                                    <p:cond delay="200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750"/>
                                        <p:tgtEl>
                                          <p:spTgt spid="16"/>
                                        </p:tgtEl>
                                      </p:cBhvr>
                                    </p:animEffect>
                                  </p:childTnLst>
                                </p:cTn>
                              </p:par>
                              <p:par>
                                <p:cTn id="35" presetID="21" presetClass="entr" presetSubtype="1" fill="hold" grpId="0" nodeType="withEffect">
                                  <p:stCondLst>
                                    <p:cond delay="1500"/>
                                  </p:stCondLst>
                                  <p:childTnLst>
                                    <p:set>
                                      <p:cBhvr>
                                        <p:cTn id="36" dur="1" fill="hold">
                                          <p:stCondLst>
                                            <p:cond delay="0"/>
                                          </p:stCondLst>
                                        </p:cTn>
                                        <p:tgtEl>
                                          <p:spTgt spid="7"/>
                                        </p:tgtEl>
                                        <p:attrNameLst>
                                          <p:attrName>style.visibility</p:attrName>
                                        </p:attrNameLst>
                                      </p:cBhvr>
                                      <p:to>
                                        <p:strVal val="visible"/>
                                      </p:to>
                                    </p:set>
                                    <p:animEffect transition="in" filter="wheel(1)">
                                      <p:cBhvr>
                                        <p:cTn id="37" dur="1750"/>
                                        <p:tgtEl>
                                          <p:spTgt spid="7"/>
                                        </p:tgtEl>
                                      </p:cBhvr>
                                    </p:animEffect>
                                  </p:childTnLst>
                                </p:cTn>
                              </p:par>
                              <p:par>
                                <p:cTn id="38" presetID="21" presetClass="entr" presetSubtype="1" fill="hold" grpId="0" nodeType="withEffect">
                                  <p:stCondLst>
                                    <p:cond delay="1500"/>
                                  </p:stCondLst>
                                  <p:childTnLst>
                                    <p:set>
                                      <p:cBhvr>
                                        <p:cTn id="39" dur="1" fill="hold">
                                          <p:stCondLst>
                                            <p:cond delay="0"/>
                                          </p:stCondLst>
                                        </p:cTn>
                                        <p:tgtEl>
                                          <p:spTgt spid="10"/>
                                        </p:tgtEl>
                                        <p:attrNameLst>
                                          <p:attrName>style.visibility</p:attrName>
                                        </p:attrNameLst>
                                      </p:cBhvr>
                                      <p:to>
                                        <p:strVal val="visible"/>
                                      </p:to>
                                    </p:set>
                                    <p:animEffect transition="in" filter="wheel(1)">
                                      <p:cBhvr>
                                        <p:cTn id="40" dur="1750"/>
                                        <p:tgtEl>
                                          <p:spTgt spid="10"/>
                                        </p:tgtEl>
                                      </p:cBhvr>
                                    </p:animEffect>
                                  </p:childTnLst>
                                </p:cTn>
                              </p:par>
                              <p:par>
                                <p:cTn id="41" presetID="21" presetClass="entr" presetSubtype="1" fill="hold" grpId="0" nodeType="withEffect">
                                  <p:stCondLst>
                                    <p:cond delay="1500"/>
                                  </p:stCondLst>
                                  <p:childTnLst>
                                    <p:set>
                                      <p:cBhvr>
                                        <p:cTn id="42" dur="1" fill="hold">
                                          <p:stCondLst>
                                            <p:cond delay="0"/>
                                          </p:stCondLst>
                                        </p:cTn>
                                        <p:tgtEl>
                                          <p:spTgt spid="9"/>
                                        </p:tgtEl>
                                        <p:attrNameLst>
                                          <p:attrName>style.visibility</p:attrName>
                                        </p:attrNameLst>
                                      </p:cBhvr>
                                      <p:to>
                                        <p:strVal val="visible"/>
                                      </p:to>
                                    </p:set>
                                    <p:animEffect transition="in" filter="wheel(1)">
                                      <p:cBhvr>
                                        <p:cTn id="43" dur="1750"/>
                                        <p:tgtEl>
                                          <p:spTgt spid="9"/>
                                        </p:tgtEl>
                                      </p:cBhvr>
                                    </p:animEffect>
                                  </p:childTnLst>
                                </p:cTn>
                              </p:par>
                              <p:par>
                                <p:cTn id="44" presetID="21" presetClass="entr" presetSubtype="1" fill="hold" grpId="0" nodeType="withEffect">
                                  <p:stCondLst>
                                    <p:cond delay="1500"/>
                                  </p:stCondLst>
                                  <p:childTnLst>
                                    <p:set>
                                      <p:cBhvr>
                                        <p:cTn id="45" dur="1" fill="hold">
                                          <p:stCondLst>
                                            <p:cond delay="0"/>
                                          </p:stCondLst>
                                        </p:cTn>
                                        <p:tgtEl>
                                          <p:spTgt spid="8"/>
                                        </p:tgtEl>
                                        <p:attrNameLst>
                                          <p:attrName>style.visibility</p:attrName>
                                        </p:attrNameLst>
                                      </p:cBhvr>
                                      <p:to>
                                        <p:strVal val="visible"/>
                                      </p:to>
                                    </p:set>
                                    <p:animEffect transition="in" filter="wheel(1)">
                                      <p:cBhvr>
                                        <p:cTn id="46" dur="1750"/>
                                        <p:tgtEl>
                                          <p:spTgt spid="8"/>
                                        </p:tgtEl>
                                      </p:cBhvr>
                                    </p:animEffect>
                                  </p:childTnLst>
                                </p:cTn>
                              </p:par>
                              <p:par>
                                <p:cTn id="47" presetID="8" presetClass="emph" presetSubtype="0" fill="hold" grpId="1" nodeType="withEffect">
                                  <p:stCondLst>
                                    <p:cond delay="1500"/>
                                  </p:stCondLst>
                                  <p:childTnLst>
                                    <p:animRot by="10800000">
                                      <p:cBhvr>
                                        <p:cTn id="48" dur="10" fill="hold"/>
                                        <p:tgtEl>
                                          <p:spTgt spid="7"/>
                                        </p:tgtEl>
                                        <p:attrNameLst>
                                          <p:attrName>r</p:attrName>
                                        </p:attrNameLst>
                                      </p:cBhvr>
                                    </p:animRot>
                                  </p:childTnLst>
                                </p:cTn>
                              </p:par>
                              <p:par>
                                <p:cTn id="49" presetID="8" presetClass="emph" presetSubtype="0" fill="hold" grpId="1" nodeType="withEffect">
                                  <p:stCondLst>
                                    <p:cond delay="1500"/>
                                  </p:stCondLst>
                                  <p:childTnLst>
                                    <p:animRot by="10800000">
                                      <p:cBhvr>
                                        <p:cTn id="50" dur="1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9" grpId="0" animBg="1"/>
      <p:bldP spid="9" grpId="1" animBg="1"/>
      <p:bldP spid="10" grpId="0" animBg="1"/>
      <p:bldP spid="17" grpId="0"/>
      <p:bldP spid="17" grpId="1"/>
      <p:bldP spid="17" grpId="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1-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B3582FBC-A792-4D99-8940-5D9601A945FE}"/>
              </a:ext>
            </a:extLst>
          </p:cNvPr>
          <p:cNvSpPr/>
          <p:nvPr/>
        </p:nvSpPr>
        <p:spPr>
          <a:xfrm>
            <a:off x="1604941" y="2549400"/>
            <a:ext cx="1973915" cy="463846"/>
          </a:xfrm>
          <a:prstGeom prst="rect">
            <a:avLst/>
          </a:prstGeom>
        </p:spPr>
        <p:txBody>
          <a:bodyPr wrap="none" lIns="90000" tIns="46800" rIns="90000" bIns="4680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altLang="zh-CN" sz="2400" b="1" dirty="0">
                <a:solidFill>
                  <a:srgbClr val="FFFFFF">
                    <a:lumMod val="75000"/>
                    <a:lumOff val="25000"/>
                  </a:srgbClr>
                </a:solidFill>
                <a:latin typeface="+mj-lt"/>
                <a:ea typeface="+mj-ea"/>
                <a:cs typeface="+mn-ea"/>
                <a:sym typeface="+mn-lt"/>
              </a:rPr>
              <a:t>Introduction</a:t>
            </a:r>
            <a:endParaRPr kumimoji="0" lang="en-US" altLang="zh-CN" sz="2400" b="1" i="0" u="none" strike="noStrike" kern="1200" cap="none" spc="0" normalizeH="0" baseline="0" noProof="0" dirty="0">
              <a:ln>
                <a:noFill/>
              </a:ln>
              <a:solidFill>
                <a:srgbClr val="FFFFFF">
                  <a:lumMod val="75000"/>
                  <a:lumOff val="25000"/>
                </a:srgbClr>
              </a:solidFill>
              <a:effectLst/>
              <a:uLnTx/>
              <a:uFillTx/>
              <a:latin typeface="+mj-lt"/>
              <a:ea typeface="+mj-ea"/>
              <a:cs typeface="+mn-ea"/>
              <a:sym typeface="+mn-lt"/>
            </a:endParaRPr>
          </a:p>
        </p:txBody>
      </p:sp>
      <p:cxnSp>
        <p:nvCxnSpPr>
          <p:cNvPr id="36" name="3-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3AB84236-EA09-4C73-8EB9-BB709359AFBB}"/>
              </a:ext>
            </a:extLst>
          </p:cNvPr>
          <p:cNvCxnSpPr>
            <a:cxnSpLocks/>
          </p:cNvCxnSpPr>
          <p:nvPr/>
        </p:nvCxnSpPr>
        <p:spPr>
          <a:xfrm>
            <a:off x="2492309" y="3031738"/>
            <a:ext cx="199176" cy="0"/>
          </a:xfrm>
          <a:prstGeom prst="line">
            <a:avLst/>
          </a:prstGeom>
          <a:ln w="25400">
            <a:solidFill>
              <a:schemeClr val="bg1">
                <a:alpha val="34000"/>
              </a:schemeClr>
            </a:solidFill>
          </a:ln>
        </p:spPr>
        <p:style>
          <a:lnRef idx="1">
            <a:schemeClr val="accent1"/>
          </a:lnRef>
          <a:fillRef idx="0">
            <a:schemeClr val="accent1"/>
          </a:fillRef>
          <a:effectRef idx="0">
            <a:schemeClr val="accent1"/>
          </a:effectRef>
          <a:fontRef idx="minor">
            <a:schemeClr val="tx1"/>
          </a:fontRef>
        </p:style>
      </p:cxnSp>
      <p:cxnSp>
        <p:nvCxnSpPr>
          <p:cNvPr id="7" name="4-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1130CE9-0058-4A8D-A31F-8FD530BEE1D4}"/>
              </a:ext>
            </a:extLst>
          </p:cNvPr>
          <p:cNvCxnSpPr>
            <a:cxnSpLocks/>
          </p:cNvCxnSpPr>
          <p:nvPr/>
        </p:nvCxnSpPr>
        <p:spPr>
          <a:xfrm>
            <a:off x="2591897" y="3851729"/>
            <a:ext cx="0" cy="691242"/>
          </a:xfrm>
          <a:prstGeom prst="line">
            <a:avLst/>
          </a:prstGeom>
          <a:ln w="19050">
            <a:gradFill flip="none" rotWithShape="1">
              <a:gsLst>
                <a:gs pos="0">
                  <a:schemeClr val="accent1">
                    <a:lumMod val="45000"/>
                    <a:lumOff val="55000"/>
                    <a:alpha val="0"/>
                  </a:schemeClr>
                </a:gs>
                <a:gs pos="100000">
                  <a:schemeClr val="accent1">
                    <a:lumMod val="30000"/>
                    <a:lumOff val="70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37" name="5-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494C361E-8FA8-4C0A-A476-D78948325EF2}"/>
              </a:ext>
            </a:extLst>
          </p:cNvPr>
          <p:cNvSpPr/>
          <p:nvPr/>
        </p:nvSpPr>
        <p:spPr>
          <a:xfrm>
            <a:off x="4034314" y="1354152"/>
            <a:ext cx="2183909" cy="463846"/>
          </a:xfrm>
          <a:prstGeom prst="rect">
            <a:avLst/>
          </a:prstGeom>
        </p:spPr>
        <p:txBody>
          <a:bodyPr wrap="none" lIns="90000" tIns="46800" rIns="90000" bIns="4680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altLang="zh-CN" sz="2400" b="1" noProof="0" dirty="0">
                <a:solidFill>
                  <a:srgbClr val="FFFFFF">
                    <a:lumMod val="75000"/>
                    <a:lumOff val="25000"/>
                  </a:srgbClr>
                </a:solidFill>
                <a:latin typeface="+mj-lt"/>
                <a:ea typeface="+mj-ea"/>
                <a:cs typeface="+mn-ea"/>
                <a:sym typeface="+mn-lt"/>
              </a:rPr>
              <a:t>Methodology</a:t>
            </a:r>
            <a:endParaRPr kumimoji="0" lang="en-US" altLang="zh-CN" sz="2400" b="1" i="0" u="none" strike="noStrike" kern="1200" cap="none" spc="0" normalizeH="0" baseline="0" noProof="0" dirty="0">
              <a:ln>
                <a:noFill/>
              </a:ln>
              <a:solidFill>
                <a:srgbClr val="FFFFFF">
                  <a:lumMod val="75000"/>
                  <a:lumOff val="25000"/>
                </a:srgbClr>
              </a:solidFill>
              <a:effectLst/>
              <a:uLnTx/>
              <a:uFillTx/>
              <a:latin typeface="+mj-lt"/>
              <a:ea typeface="+mj-ea"/>
              <a:cs typeface="+mn-ea"/>
              <a:sym typeface="+mn-lt"/>
            </a:endParaRPr>
          </a:p>
        </p:txBody>
      </p:sp>
      <p:cxnSp>
        <p:nvCxnSpPr>
          <p:cNvPr id="39" name="7-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AEE64CB0-5CFE-458E-A286-01B282D5DC0F}"/>
              </a:ext>
            </a:extLst>
          </p:cNvPr>
          <p:cNvCxnSpPr>
            <a:cxnSpLocks/>
          </p:cNvCxnSpPr>
          <p:nvPr/>
        </p:nvCxnSpPr>
        <p:spPr>
          <a:xfrm>
            <a:off x="5026677" y="1836490"/>
            <a:ext cx="199176" cy="0"/>
          </a:xfrm>
          <a:prstGeom prst="line">
            <a:avLst/>
          </a:prstGeom>
          <a:ln w="25400">
            <a:solidFill>
              <a:schemeClr val="bg1">
                <a:alpha val="34000"/>
              </a:schemeClr>
            </a:solidFill>
          </a:ln>
        </p:spPr>
        <p:style>
          <a:lnRef idx="1">
            <a:schemeClr val="accent1"/>
          </a:lnRef>
          <a:fillRef idx="0">
            <a:schemeClr val="accent1"/>
          </a:fillRef>
          <a:effectRef idx="0">
            <a:schemeClr val="accent1"/>
          </a:effectRef>
          <a:fontRef idx="minor">
            <a:schemeClr val="tx1"/>
          </a:fontRef>
        </p:style>
      </p:cxnSp>
      <p:cxnSp>
        <p:nvCxnSpPr>
          <p:cNvPr id="40" name="8-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C4CE02C-82CF-4FF3-B764-DEC5FB3FBA87}"/>
              </a:ext>
            </a:extLst>
          </p:cNvPr>
          <p:cNvCxnSpPr>
            <a:cxnSpLocks/>
          </p:cNvCxnSpPr>
          <p:nvPr/>
        </p:nvCxnSpPr>
        <p:spPr>
          <a:xfrm>
            <a:off x="5126265" y="2667124"/>
            <a:ext cx="0" cy="1020219"/>
          </a:xfrm>
          <a:prstGeom prst="line">
            <a:avLst/>
          </a:prstGeom>
          <a:ln w="19050">
            <a:gradFill flip="none" rotWithShape="1">
              <a:gsLst>
                <a:gs pos="0">
                  <a:schemeClr val="accent1">
                    <a:lumMod val="45000"/>
                    <a:lumOff val="55000"/>
                    <a:alpha val="0"/>
                  </a:schemeClr>
                </a:gs>
                <a:gs pos="100000">
                  <a:schemeClr val="accent1">
                    <a:lumMod val="30000"/>
                    <a:lumOff val="70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41" name="9-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497948D-1C3F-4E94-BCE0-F041046A7303}"/>
              </a:ext>
            </a:extLst>
          </p:cNvPr>
          <p:cNvSpPr/>
          <p:nvPr/>
        </p:nvSpPr>
        <p:spPr>
          <a:xfrm>
            <a:off x="6599031" y="2782993"/>
            <a:ext cx="1634078" cy="463846"/>
          </a:xfrm>
          <a:prstGeom prst="rect">
            <a:avLst/>
          </a:prstGeom>
        </p:spPr>
        <p:txBody>
          <a:bodyPr wrap="none" lIns="90000" tIns="46800" rIns="90000" bIns="4680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lang="en-US" altLang="zh-CN" sz="2400" b="1" dirty="0">
                <a:solidFill>
                  <a:srgbClr val="FFFFFF">
                    <a:lumMod val="75000"/>
                    <a:lumOff val="25000"/>
                  </a:srgbClr>
                </a:solidFill>
                <a:latin typeface="+mj-lt"/>
                <a:ea typeface="+mj-ea"/>
                <a:cs typeface="+mn-ea"/>
                <a:sym typeface="+mn-lt"/>
              </a:rPr>
              <a:t>Feasibility</a:t>
            </a:r>
            <a:endParaRPr kumimoji="0" lang="en-US" altLang="zh-CN" sz="2400" b="1" i="0" u="none" strike="noStrike" kern="1200" cap="none" spc="0" normalizeH="0" baseline="0" noProof="0" dirty="0">
              <a:ln>
                <a:noFill/>
              </a:ln>
              <a:solidFill>
                <a:srgbClr val="FFFFFF">
                  <a:lumMod val="75000"/>
                  <a:lumOff val="25000"/>
                </a:srgbClr>
              </a:solidFill>
              <a:effectLst/>
              <a:uLnTx/>
              <a:uFillTx/>
              <a:latin typeface="+mj-lt"/>
              <a:ea typeface="+mj-ea"/>
              <a:cs typeface="+mn-ea"/>
              <a:sym typeface="+mn-lt"/>
            </a:endParaRPr>
          </a:p>
        </p:txBody>
      </p:sp>
      <p:cxnSp>
        <p:nvCxnSpPr>
          <p:cNvPr id="43" name="11-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88BE6FF9-3DD1-4195-AE27-EF815C324EDF}"/>
              </a:ext>
            </a:extLst>
          </p:cNvPr>
          <p:cNvCxnSpPr>
            <a:cxnSpLocks/>
          </p:cNvCxnSpPr>
          <p:nvPr/>
        </p:nvCxnSpPr>
        <p:spPr>
          <a:xfrm>
            <a:off x="7316479" y="3265331"/>
            <a:ext cx="199176" cy="0"/>
          </a:xfrm>
          <a:prstGeom prst="line">
            <a:avLst/>
          </a:prstGeom>
          <a:ln w="25400">
            <a:solidFill>
              <a:schemeClr val="bg1">
                <a:alpha val="34000"/>
              </a:schemeClr>
            </a:solidFill>
          </a:ln>
        </p:spPr>
        <p:style>
          <a:lnRef idx="1">
            <a:schemeClr val="accent1"/>
          </a:lnRef>
          <a:fillRef idx="0">
            <a:schemeClr val="accent1"/>
          </a:fillRef>
          <a:effectRef idx="0">
            <a:schemeClr val="accent1"/>
          </a:effectRef>
          <a:fontRef idx="minor">
            <a:schemeClr val="tx1"/>
          </a:fontRef>
        </p:style>
      </p:cxnSp>
      <p:cxnSp>
        <p:nvCxnSpPr>
          <p:cNvPr id="44" name="12-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0BA2AA0-C157-4F7C-92F3-E3AB8AA423C5}"/>
              </a:ext>
            </a:extLst>
          </p:cNvPr>
          <p:cNvCxnSpPr>
            <a:cxnSpLocks/>
          </p:cNvCxnSpPr>
          <p:nvPr/>
        </p:nvCxnSpPr>
        <p:spPr>
          <a:xfrm>
            <a:off x="7416067" y="4015015"/>
            <a:ext cx="0" cy="716228"/>
          </a:xfrm>
          <a:prstGeom prst="line">
            <a:avLst/>
          </a:prstGeom>
          <a:ln w="19050">
            <a:gradFill flip="none" rotWithShape="1">
              <a:gsLst>
                <a:gs pos="0">
                  <a:schemeClr val="accent1">
                    <a:lumMod val="45000"/>
                    <a:lumOff val="55000"/>
                    <a:alpha val="0"/>
                  </a:schemeClr>
                </a:gs>
                <a:gs pos="100000">
                  <a:schemeClr val="accent1">
                    <a:lumMod val="30000"/>
                    <a:lumOff val="70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45" name="13-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F76DD0B7-4BBD-449A-B66B-7A3CF8891408}"/>
              </a:ext>
            </a:extLst>
          </p:cNvPr>
          <p:cNvSpPr/>
          <p:nvPr/>
        </p:nvSpPr>
        <p:spPr>
          <a:xfrm>
            <a:off x="8991894" y="1605455"/>
            <a:ext cx="1848881" cy="463846"/>
          </a:xfrm>
          <a:prstGeom prst="rect">
            <a:avLst/>
          </a:prstGeom>
        </p:spPr>
        <p:txBody>
          <a:bodyPr wrap="none" lIns="90000" tIns="46800" rIns="90000" bIns="46800" anchor="t"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FFFF">
                    <a:lumMod val="75000"/>
                    <a:lumOff val="25000"/>
                  </a:srgbClr>
                </a:solidFill>
                <a:effectLst/>
                <a:uLnTx/>
                <a:uFillTx/>
                <a:latin typeface="+mj-lt"/>
                <a:ea typeface="+mj-ea"/>
                <a:cs typeface="+mn-ea"/>
                <a:sym typeface="+mn-lt"/>
              </a:rPr>
              <a:t>Conclusion</a:t>
            </a:r>
          </a:p>
        </p:txBody>
      </p:sp>
      <p:cxnSp>
        <p:nvCxnSpPr>
          <p:cNvPr id="47" name="15-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9DDB20D-56B3-4C2B-99AF-A4163F3E237E}"/>
              </a:ext>
            </a:extLst>
          </p:cNvPr>
          <p:cNvCxnSpPr>
            <a:cxnSpLocks/>
          </p:cNvCxnSpPr>
          <p:nvPr/>
        </p:nvCxnSpPr>
        <p:spPr>
          <a:xfrm>
            <a:off x="9816744" y="2087793"/>
            <a:ext cx="199176" cy="0"/>
          </a:xfrm>
          <a:prstGeom prst="line">
            <a:avLst/>
          </a:prstGeom>
          <a:ln w="25400">
            <a:solidFill>
              <a:schemeClr val="bg1">
                <a:alpha val="34000"/>
              </a:schemeClr>
            </a:solidFill>
          </a:ln>
        </p:spPr>
        <p:style>
          <a:lnRef idx="1">
            <a:schemeClr val="accent1"/>
          </a:lnRef>
          <a:fillRef idx="0">
            <a:schemeClr val="accent1"/>
          </a:fillRef>
          <a:effectRef idx="0">
            <a:schemeClr val="accent1"/>
          </a:effectRef>
          <a:fontRef idx="minor">
            <a:schemeClr val="tx1"/>
          </a:fontRef>
        </p:style>
      </p:cxnSp>
      <p:cxnSp>
        <p:nvCxnSpPr>
          <p:cNvPr id="48" name="16-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D2F0F73-9BBB-4A2F-A3B5-FAD56A798026}"/>
              </a:ext>
            </a:extLst>
          </p:cNvPr>
          <p:cNvCxnSpPr>
            <a:cxnSpLocks/>
          </p:cNvCxnSpPr>
          <p:nvPr/>
        </p:nvCxnSpPr>
        <p:spPr>
          <a:xfrm>
            <a:off x="9916332" y="2874813"/>
            <a:ext cx="0" cy="1818901"/>
          </a:xfrm>
          <a:prstGeom prst="line">
            <a:avLst/>
          </a:prstGeom>
          <a:ln w="19050">
            <a:gradFill flip="none" rotWithShape="1">
              <a:gsLst>
                <a:gs pos="0">
                  <a:schemeClr val="accent1">
                    <a:lumMod val="45000"/>
                    <a:lumOff val="55000"/>
                    <a:alpha val="0"/>
                  </a:schemeClr>
                </a:gs>
                <a:gs pos="100000">
                  <a:schemeClr val="accent1">
                    <a:lumMod val="30000"/>
                    <a:lumOff val="7000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sp>
        <p:nvSpPr>
          <p:cNvPr id="57" name="17-TextBox"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B2BDDDCE-CE97-4AF0-8A2C-D333A73C94B0}"/>
              </a:ext>
            </a:extLst>
          </p:cNvPr>
          <p:cNvSpPr txBox="1"/>
          <p:nvPr/>
        </p:nvSpPr>
        <p:spPr>
          <a:xfrm>
            <a:off x="2573252" y="4631648"/>
            <a:ext cx="76175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1" u="none" strike="noStrike" kern="1200" cap="none" spc="0" normalizeH="0" baseline="0" noProof="0" dirty="0">
                <a:ln>
                  <a:noFill/>
                </a:ln>
                <a:gradFill flip="none" rotWithShape="1">
                  <a:gsLst>
                    <a:gs pos="0">
                      <a:srgbClr val="0394FC">
                        <a:lumMod val="45000"/>
                        <a:lumOff val="55000"/>
                        <a:alpha val="0"/>
                      </a:srgbClr>
                    </a:gs>
                    <a:gs pos="100000">
                      <a:srgbClr val="0394FC">
                        <a:lumMod val="30000"/>
                        <a:lumOff val="70000"/>
                      </a:srgbClr>
                    </a:gs>
                  </a:gsLst>
                  <a:lin ang="0" scaled="1"/>
                  <a:tileRect/>
                </a:gradFill>
                <a:effectLst/>
                <a:uLnTx/>
                <a:uFillTx/>
                <a:cs typeface="+mn-ea"/>
                <a:sym typeface="+mn-lt"/>
              </a:rPr>
              <a:t>01</a:t>
            </a:r>
            <a:endParaRPr kumimoji="0" lang="zh-CN" altLang="en-US" sz="3600" b="0" i="1" u="none" strike="noStrike" kern="1200" cap="none" spc="0" normalizeH="0" baseline="0" noProof="0" dirty="0">
              <a:ln>
                <a:noFill/>
              </a:ln>
              <a:gradFill flip="none" rotWithShape="1">
                <a:gsLst>
                  <a:gs pos="0">
                    <a:srgbClr val="0394FC">
                      <a:lumMod val="45000"/>
                      <a:lumOff val="55000"/>
                      <a:alpha val="0"/>
                    </a:srgbClr>
                  </a:gs>
                  <a:gs pos="100000">
                    <a:srgbClr val="0394FC">
                      <a:lumMod val="30000"/>
                      <a:lumOff val="70000"/>
                    </a:srgbClr>
                  </a:gs>
                </a:gsLst>
                <a:lin ang="0" scaled="1"/>
                <a:tileRect/>
              </a:gradFill>
              <a:effectLst/>
              <a:uLnTx/>
              <a:uFillTx/>
              <a:cs typeface="+mn-ea"/>
              <a:sym typeface="+mn-lt"/>
            </a:endParaRPr>
          </a:p>
        </p:txBody>
      </p:sp>
      <p:sp>
        <p:nvSpPr>
          <p:cNvPr id="59" name="19-TextBox"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40126F0D-E586-49A6-9397-B6F51CEAD34B}"/>
              </a:ext>
            </a:extLst>
          </p:cNvPr>
          <p:cNvSpPr txBox="1"/>
          <p:nvPr/>
        </p:nvSpPr>
        <p:spPr>
          <a:xfrm>
            <a:off x="4752673" y="61912"/>
            <a:ext cx="2890833" cy="833178"/>
          </a:xfrm>
          <a:prstGeom prst="rect">
            <a:avLst/>
          </a:prstGeom>
          <a:noFill/>
        </p:spPr>
        <p:txBody>
          <a:bodyPr wrap="none" lIns="90000" tIns="46800" rIns="90000" bIns="468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4800" dirty="0">
                <a:solidFill>
                  <a:srgbClr val="0394FC"/>
                </a:solidFill>
                <a:latin typeface="+mj-lt"/>
                <a:ea typeface="+mj-ea"/>
                <a:cs typeface="+mn-ea"/>
                <a:sym typeface="+mn-lt"/>
              </a:rPr>
              <a:t>Contents</a:t>
            </a:r>
            <a:endParaRPr kumimoji="0" lang="zh-CN" altLang="en-US" sz="4800" b="0" i="0" u="none" strike="noStrike" kern="1200" cap="none" spc="0" normalizeH="0" baseline="0" noProof="0" dirty="0">
              <a:ln>
                <a:noFill/>
              </a:ln>
              <a:solidFill>
                <a:srgbClr val="0394FC"/>
              </a:solidFill>
              <a:effectLst/>
              <a:uLnTx/>
              <a:uFillTx/>
              <a:latin typeface="+mj-lt"/>
              <a:ea typeface="+mj-ea"/>
              <a:cs typeface="+mn-ea"/>
              <a:sym typeface="+mn-lt"/>
            </a:endParaRPr>
          </a:p>
        </p:txBody>
      </p:sp>
      <p:sp>
        <p:nvSpPr>
          <p:cNvPr id="61" name="20-TextBox"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F16C080A-E1E7-4BC2-A27F-5699C136309A}"/>
              </a:ext>
            </a:extLst>
          </p:cNvPr>
          <p:cNvSpPr txBox="1"/>
          <p:nvPr/>
        </p:nvSpPr>
        <p:spPr>
          <a:xfrm>
            <a:off x="5126265" y="3611069"/>
            <a:ext cx="76175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1" u="none" strike="noStrike" kern="1200" cap="none" spc="0" normalizeH="0" baseline="0" noProof="0" dirty="0">
                <a:ln>
                  <a:noFill/>
                </a:ln>
                <a:gradFill flip="none" rotWithShape="1">
                  <a:gsLst>
                    <a:gs pos="0">
                      <a:srgbClr val="0394FC">
                        <a:lumMod val="45000"/>
                        <a:lumOff val="55000"/>
                        <a:alpha val="0"/>
                      </a:srgbClr>
                    </a:gs>
                    <a:gs pos="100000">
                      <a:srgbClr val="0394FC">
                        <a:lumMod val="30000"/>
                        <a:lumOff val="70000"/>
                      </a:srgbClr>
                    </a:gs>
                  </a:gsLst>
                  <a:lin ang="0" scaled="1"/>
                  <a:tileRect/>
                </a:gradFill>
                <a:effectLst/>
                <a:uLnTx/>
                <a:uFillTx/>
                <a:cs typeface="+mn-ea"/>
                <a:sym typeface="+mn-lt"/>
              </a:rPr>
              <a:t>02</a:t>
            </a:r>
            <a:endParaRPr kumimoji="0" lang="zh-CN" altLang="en-US" sz="3600" b="0" i="1" u="none" strike="noStrike" kern="1200" cap="none" spc="0" normalizeH="0" baseline="0" noProof="0" dirty="0">
              <a:ln>
                <a:noFill/>
              </a:ln>
              <a:gradFill flip="none" rotWithShape="1">
                <a:gsLst>
                  <a:gs pos="0">
                    <a:srgbClr val="0394FC">
                      <a:lumMod val="45000"/>
                      <a:lumOff val="55000"/>
                      <a:alpha val="0"/>
                    </a:srgbClr>
                  </a:gs>
                  <a:gs pos="100000">
                    <a:srgbClr val="0394FC">
                      <a:lumMod val="30000"/>
                      <a:lumOff val="70000"/>
                    </a:srgbClr>
                  </a:gs>
                </a:gsLst>
                <a:lin ang="0" scaled="1"/>
                <a:tileRect/>
              </a:gradFill>
              <a:effectLst/>
              <a:uLnTx/>
              <a:uFillTx/>
              <a:cs typeface="+mn-ea"/>
              <a:sym typeface="+mn-lt"/>
            </a:endParaRPr>
          </a:p>
        </p:txBody>
      </p:sp>
      <p:sp>
        <p:nvSpPr>
          <p:cNvPr id="62" name="21-TextBox"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8804548D-1DFD-4A9F-BC4C-F256A60D4F0D}"/>
              </a:ext>
            </a:extLst>
          </p:cNvPr>
          <p:cNvSpPr txBox="1"/>
          <p:nvPr/>
        </p:nvSpPr>
        <p:spPr>
          <a:xfrm>
            <a:off x="7353705" y="4730592"/>
            <a:ext cx="76175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1" u="none" strike="noStrike" kern="1200" cap="none" spc="0" normalizeH="0" baseline="0" noProof="0" dirty="0">
                <a:ln>
                  <a:noFill/>
                </a:ln>
                <a:gradFill flip="none" rotWithShape="1">
                  <a:gsLst>
                    <a:gs pos="0">
                      <a:srgbClr val="0394FC">
                        <a:lumMod val="45000"/>
                        <a:lumOff val="55000"/>
                        <a:alpha val="0"/>
                      </a:srgbClr>
                    </a:gs>
                    <a:gs pos="100000">
                      <a:srgbClr val="0394FC">
                        <a:lumMod val="30000"/>
                        <a:lumOff val="70000"/>
                      </a:srgbClr>
                    </a:gs>
                  </a:gsLst>
                  <a:lin ang="0" scaled="1"/>
                  <a:tileRect/>
                </a:gradFill>
                <a:effectLst/>
                <a:uLnTx/>
                <a:uFillTx/>
                <a:cs typeface="+mn-ea"/>
                <a:sym typeface="+mn-lt"/>
              </a:rPr>
              <a:t>03</a:t>
            </a:r>
            <a:endParaRPr kumimoji="0" lang="zh-CN" altLang="en-US" sz="3600" b="0" i="1" u="none" strike="noStrike" kern="1200" cap="none" spc="0" normalizeH="0" baseline="0" noProof="0" dirty="0">
              <a:ln>
                <a:noFill/>
              </a:ln>
              <a:gradFill flip="none" rotWithShape="1">
                <a:gsLst>
                  <a:gs pos="0">
                    <a:srgbClr val="0394FC">
                      <a:lumMod val="45000"/>
                      <a:lumOff val="55000"/>
                      <a:alpha val="0"/>
                    </a:srgbClr>
                  </a:gs>
                  <a:gs pos="100000">
                    <a:srgbClr val="0394FC">
                      <a:lumMod val="30000"/>
                      <a:lumOff val="70000"/>
                    </a:srgbClr>
                  </a:gs>
                </a:gsLst>
                <a:lin ang="0" scaled="1"/>
                <a:tileRect/>
              </a:gradFill>
              <a:effectLst/>
              <a:uLnTx/>
              <a:uFillTx/>
              <a:cs typeface="+mn-ea"/>
              <a:sym typeface="+mn-lt"/>
            </a:endParaRPr>
          </a:p>
        </p:txBody>
      </p:sp>
      <p:sp>
        <p:nvSpPr>
          <p:cNvPr id="63" name="22-TextBox"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6E1E41B-85AE-49BF-8423-39CE085153E0}"/>
              </a:ext>
            </a:extLst>
          </p:cNvPr>
          <p:cNvSpPr txBox="1"/>
          <p:nvPr/>
        </p:nvSpPr>
        <p:spPr>
          <a:xfrm>
            <a:off x="9829796" y="4645826"/>
            <a:ext cx="76175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1" u="none" strike="noStrike" kern="1200" cap="none" spc="0" normalizeH="0" baseline="0" noProof="0" dirty="0">
                <a:ln>
                  <a:noFill/>
                </a:ln>
                <a:gradFill flip="none" rotWithShape="1">
                  <a:gsLst>
                    <a:gs pos="0">
                      <a:srgbClr val="0394FC">
                        <a:lumMod val="45000"/>
                        <a:lumOff val="55000"/>
                        <a:alpha val="0"/>
                      </a:srgbClr>
                    </a:gs>
                    <a:gs pos="100000">
                      <a:srgbClr val="0394FC">
                        <a:lumMod val="30000"/>
                        <a:lumOff val="70000"/>
                      </a:srgbClr>
                    </a:gs>
                  </a:gsLst>
                  <a:lin ang="0" scaled="1"/>
                  <a:tileRect/>
                </a:gradFill>
                <a:effectLst/>
                <a:uLnTx/>
                <a:uFillTx/>
                <a:cs typeface="+mn-ea"/>
                <a:sym typeface="+mn-lt"/>
              </a:rPr>
              <a:t>04</a:t>
            </a:r>
            <a:endParaRPr kumimoji="0" lang="zh-CN" altLang="en-US" sz="3600" b="0" i="1" u="none" strike="noStrike" kern="1200" cap="none" spc="0" normalizeH="0" baseline="0" noProof="0" dirty="0">
              <a:ln>
                <a:noFill/>
              </a:ln>
              <a:gradFill flip="none" rotWithShape="1">
                <a:gsLst>
                  <a:gs pos="0">
                    <a:srgbClr val="0394FC">
                      <a:lumMod val="45000"/>
                      <a:lumOff val="55000"/>
                      <a:alpha val="0"/>
                    </a:srgbClr>
                  </a:gs>
                  <a:gs pos="100000">
                    <a:srgbClr val="0394FC">
                      <a:lumMod val="30000"/>
                      <a:lumOff val="70000"/>
                    </a:srgbClr>
                  </a:gs>
                </a:gsLst>
                <a:lin ang="0" scaled="1"/>
                <a:tileRect/>
              </a:gradFill>
              <a:effectLst/>
              <a:uLnTx/>
              <a:uFillTx/>
              <a:cs typeface="+mn-ea"/>
              <a:sym typeface="+mn-lt"/>
            </a:endParaRPr>
          </a:p>
        </p:txBody>
      </p:sp>
      <p:grpSp>
        <p:nvGrpSpPr>
          <p:cNvPr id="49" name="24-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9FF770C-8206-4A39-BC4D-DBE324F5C848}"/>
              </a:ext>
            </a:extLst>
          </p:cNvPr>
          <p:cNvGrpSpPr/>
          <p:nvPr/>
        </p:nvGrpSpPr>
        <p:grpSpPr>
          <a:xfrm>
            <a:off x="2375997" y="4738914"/>
            <a:ext cx="431800" cy="431800"/>
            <a:chOff x="3188246" y="3492500"/>
            <a:chExt cx="431800" cy="431800"/>
          </a:xfrm>
        </p:grpSpPr>
        <p:sp>
          <p:nvSpPr>
            <p:cNvPr id="50" name="24-1-Oval">
              <a:extLst>
                <a:ext uri="{FF2B5EF4-FFF2-40B4-BE49-F238E27FC236}">
                  <a16:creationId xmlns:a16="http://schemas.microsoft.com/office/drawing/2014/main" id="{BF276953-387B-4D9D-8C2B-7AA72F2405D0}"/>
                </a:ext>
              </a:extLst>
            </p:cNvPr>
            <p:cNvSpPr/>
            <p:nvPr/>
          </p:nvSpPr>
          <p:spPr>
            <a:xfrm>
              <a:off x="3188246" y="3492500"/>
              <a:ext cx="431800" cy="4318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1" name="24-2-Oval">
              <a:extLst>
                <a:ext uri="{FF2B5EF4-FFF2-40B4-BE49-F238E27FC236}">
                  <a16:creationId xmlns:a16="http://schemas.microsoft.com/office/drawing/2014/main" id="{2D0FF8FB-7E27-40AB-A34C-FD2FBB8F4EF1}"/>
                </a:ext>
              </a:extLst>
            </p:cNvPr>
            <p:cNvSpPr/>
            <p:nvPr/>
          </p:nvSpPr>
          <p:spPr>
            <a:xfrm>
              <a:off x="3315246" y="3619500"/>
              <a:ext cx="177800" cy="177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52" name="25-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C179C117-B441-44D8-B826-35680CBB49B2}"/>
              </a:ext>
            </a:extLst>
          </p:cNvPr>
          <p:cNvGrpSpPr/>
          <p:nvPr/>
        </p:nvGrpSpPr>
        <p:grpSpPr>
          <a:xfrm>
            <a:off x="4915445" y="3724729"/>
            <a:ext cx="431800" cy="431800"/>
            <a:chOff x="3188246" y="3492500"/>
            <a:chExt cx="431800" cy="431800"/>
          </a:xfrm>
        </p:grpSpPr>
        <p:sp>
          <p:nvSpPr>
            <p:cNvPr id="53" name="25-1-Oval">
              <a:extLst>
                <a:ext uri="{FF2B5EF4-FFF2-40B4-BE49-F238E27FC236}">
                  <a16:creationId xmlns:a16="http://schemas.microsoft.com/office/drawing/2014/main" id="{FDC7005F-E26E-486E-982D-42CE550236FE}"/>
                </a:ext>
              </a:extLst>
            </p:cNvPr>
            <p:cNvSpPr/>
            <p:nvPr/>
          </p:nvSpPr>
          <p:spPr>
            <a:xfrm>
              <a:off x="3188246" y="3492500"/>
              <a:ext cx="431800" cy="4318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4" name="25-2-Oval">
              <a:extLst>
                <a:ext uri="{FF2B5EF4-FFF2-40B4-BE49-F238E27FC236}">
                  <a16:creationId xmlns:a16="http://schemas.microsoft.com/office/drawing/2014/main" id="{C52B5118-CB16-4EFB-9345-ECFB642B9B16}"/>
                </a:ext>
              </a:extLst>
            </p:cNvPr>
            <p:cNvSpPr/>
            <p:nvPr/>
          </p:nvSpPr>
          <p:spPr>
            <a:xfrm>
              <a:off x="3315246" y="3619500"/>
              <a:ext cx="177800" cy="177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55" name="26-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1C5F36E-27E5-4C90-96F3-315B10339A67}"/>
              </a:ext>
            </a:extLst>
          </p:cNvPr>
          <p:cNvGrpSpPr/>
          <p:nvPr/>
        </p:nvGrpSpPr>
        <p:grpSpPr>
          <a:xfrm>
            <a:off x="7202527" y="4827814"/>
            <a:ext cx="431800" cy="431800"/>
            <a:chOff x="3188246" y="3492500"/>
            <a:chExt cx="431800" cy="431800"/>
          </a:xfrm>
        </p:grpSpPr>
        <p:sp>
          <p:nvSpPr>
            <p:cNvPr id="56" name="26-1-Oval">
              <a:extLst>
                <a:ext uri="{FF2B5EF4-FFF2-40B4-BE49-F238E27FC236}">
                  <a16:creationId xmlns:a16="http://schemas.microsoft.com/office/drawing/2014/main" id="{94D79F20-24DA-4697-A456-C9BEFECD95CE}"/>
                </a:ext>
              </a:extLst>
            </p:cNvPr>
            <p:cNvSpPr/>
            <p:nvPr/>
          </p:nvSpPr>
          <p:spPr>
            <a:xfrm>
              <a:off x="3188246" y="3492500"/>
              <a:ext cx="431800" cy="4318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0" name="26-2-Oval">
              <a:extLst>
                <a:ext uri="{FF2B5EF4-FFF2-40B4-BE49-F238E27FC236}">
                  <a16:creationId xmlns:a16="http://schemas.microsoft.com/office/drawing/2014/main" id="{67F573DC-12F4-4E80-A9EC-22354E819659}"/>
                </a:ext>
              </a:extLst>
            </p:cNvPr>
            <p:cNvSpPr/>
            <p:nvPr/>
          </p:nvSpPr>
          <p:spPr>
            <a:xfrm>
              <a:off x="3315246" y="3619500"/>
              <a:ext cx="177800" cy="177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64" name="27-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2F5E4549-A2C4-41B1-9D0F-5780A06933B6}"/>
              </a:ext>
            </a:extLst>
          </p:cNvPr>
          <p:cNvGrpSpPr/>
          <p:nvPr/>
        </p:nvGrpSpPr>
        <p:grpSpPr>
          <a:xfrm>
            <a:off x="9702796" y="4753092"/>
            <a:ext cx="431800" cy="431800"/>
            <a:chOff x="3188246" y="3492500"/>
            <a:chExt cx="431800" cy="431800"/>
          </a:xfrm>
        </p:grpSpPr>
        <p:sp>
          <p:nvSpPr>
            <p:cNvPr id="65" name="27-1-Oval">
              <a:extLst>
                <a:ext uri="{FF2B5EF4-FFF2-40B4-BE49-F238E27FC236}">
                  <a16:creationId xmlns:a16="http://schemas.microsoft.com/office/drawing/2014/main" id="{7ECA1711-7A0E-4CEE-8C92-7CE32A6A0D61}"/>
                </a:ext>
              </a:extLst>
            </p:cNvPr>
            <p:cNvSpPr/>
            <p:nvPr/>
          </p:nvSpPr>
          <p:spPr>
            <a:xfrm>
              <a:off x="3188246" y="3492500"/>
              <a:ext cx="431800" cy="4318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7" name="27-2-Oval">
              <a:extLst>
                <a:ext uri="{FF2B5EF4-FFF2-40B4-BE49-F238E27FC236}">
                  <a16:creationId xmlns:a16="http://schemas.microsoft.com/office/drawing/2014/main" id="{973B8E7A-88B0-47FB-A5E7-4DA2AE10246C}"/>
                </a:ext>
              </a:extLst>
            </p:cNvPr>
            <p:cNvSpPr/>
            <p:nvPr/>
          </p:nvSpPr>
          <p:spPr>
            <a:xfrm>
              <a:off x="3315246" y="3619500"/>
              <a:ext cx="177800" cy="177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Tree>
    <p:extLst>
      <p:ext uri="{BB962C8B-B14F-4D97-AF65-F5344CB8AC3E}">
        <p14:creationId xmlns:p14="http://schemas.microsoft.com/office/powerpoint/2010/main" val="457633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childTnLst>
                                </p:cTn>
                              </p:par>
                              <p:par>
                                <p:cTn id="8" presetID="0" presetClass="path" presetSubtype="0" decel="35000" fill="hold" nodeType="withEffect">
                                  <p:stCondLst>
                                    <p:cond delay="0"/>
                                  </p:stCondLst>
                                  <p:childTnLst>
                                    <p:animMotion origin="layout" path="M -0.73333 0.08727 C -0.53359 -0.01158 -0.51328 -0.18241 -0.39388 -0.15093 C -0.27083 -0.11829 -0.23646 0.05416 -0.0957 0.05625 C -0.05963 0.05486 -0.03906 0.03958 -1.66667E-6 -0.00093 " pathEditMode="relative" rAng="0" ptsTypes="AAAA">
                                      <p:cBhvr>
                                        <p:cTn id="9" dur="2000" fill="hold"/>
                                        <p:tgtEl>
                                          <p:spTgt spid="64"/>
                                        </p:tgtEl>
                                        <p:attrNameLst>
                                          <p:attrName>ppt_x</p:attrName>
                                          <p:attrName>ppt_y</p:attrName>
                                        </p:attrNameLst>
                                      </p:cBhvr>
                                      <p:rCtr x="36667" y="-12106"/>
                                    </p:animMotion>
                                  </p:childTnLst>
                                </p:cTn>
                              </p:par>
                              <p:par>
                                <p:cTn id="10" presetID="10" presetClass="entr" presetSubtype="0" fill="hold" nodeType="withEffect">
                                  <p:stCondLst>
                                    <p:cond delay="25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1000"/>
                                        <p:tgtEl>
                                          <p:spTgt spid="55"/>
                                        </p:tgtEl>
                                      </p:cBhvr>
                                    </p:animEffect>
                                  </p:childTnLst>
                                </p:cTn>
                              </p:par>
                              <p:par>
                                <p:cTn id="13" presetID="0" presetClass="path" presetSubtype="0" decel="58000" fill="hold" nodeType="withEffect">
                                  <p:stCondLst>
                                    <p:cond delay="250"/>
                                  </p:stCondLst>
                                  <p:childTnLst>
                                    <p:animMotion origin="layout" path="M -0.52513 0.07731 C -0.32539 -0.02199 -0.31588 -0.19931 -0.1858 -0.16135 C -0.11549 -0.1426 -0.01744 -0.01088 -3.54167E-6 -0.00047 " pathEditMode="relative" rAng="0" ptsTypes="AAA">
                                      <p:cBhvr>
                                        <p:cTn id="14" dur="1750" fill="hold"/>
                                        <p:tgtEl>
                                          <p:spTgt spid="55"/>
                                        </p:tgtEl>
                                        <p:attrNameLst>
                                          <p:attrName>ppt_x</p:attrName>
                                          <p:attrName>ppt_y</p:attrName>
                                        </p:attrNameLst>
                                      </p:cBhvr>
                                      <p:rCtr x="26250" y="-12199"/>
                                    </p:animMotion>
                                  </p:childTnLst>
                                </p:cTn>
                              </p:par>
                              <p:par>
                                <p:cTn id="15" presetID="10" presetClass="entr" presetSubtype="0" fill="hold" nodeType="withEffect">
                                  <p:stCondLst>
                                    <p:cond delay="50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1000"/>
                                        <p:tgtEl>
                                          <p:spTgt spid="52"/>
                                        </p:tgtEl>
                                      </p:cBhvr>
                                    </p:animEffect>
                                  </p:childTnLst>
                                </p:cTn>
                              </p:par>
                              <p:par>
                                <p:cTn id="18" presetID="0" presetClass="path" presetSubtype="0" decel="75000" fill="hold" nodeType="withEffect">
                                  <p:stCondLst>
                                    <p:cond delay="500"/>
                                  </p:stCondLst>
                                  <p:childTnLst>
                                    <p:animMotion origin="layout" path="M -0.33933 0.23888 C -0.13959 0.13935 -0.13008 -0.03797 2.91667E-6 4.44444E-6 " pathEditMode="relative" rAng="0" ptsTypes="AA">
                                      <p:cBhvr>
                                        <p:cTn id="19" dur="1500" fill="hold"/>
                                        <p:tgtEl>
                                          <p:spTgt spid="52"/>
                                        </p:tgtEl>
                                        <p:attrNameLst>
                                          <p:attrName>ppt_x</p:attrName>
                                          <p:attrName>ppt_y</p:attrName>
                                        </p:attrNameLst>
                                      </p:cBhvr>
                                      <p:rCtr x="16966" y="-12199"/>
                                    </p:animMotion>
                                  </p:childTnLst>
                                </p:cTn>
                              </p:par>
                              <p:par>
                                <p:cTn id="20" presetID="10" presetClass="entr" presetSubtype="0" fill="hold" nodeType="withEffect">
                                  <p:stCondLst>
                                    <p:cond delay="75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1000"/>
                                        <p:tgtEl>
                                          <p:spTgt spid="49"/>
                                        </p:tgtEl>
                                      </p:cBhvr>
                                    </p:animEffect>
                                  </p:childTnLst>
                                </p:cTn>
                              </p:par>
                              <p:par>
                                <p:cTn id="23" presetID="0" presetClass="path" presetSubtype="0" decel="100000" fill="hold" nodeType="withEffect">
                                  <p:stCondLst>
                                    <p:cond delay="750"/>
                                  </p:stCondLst>
                                  <p:childTnLst>
                                    <p:animMotion origin="layout" path="M -0.13047 0.0919 C -0.05846 0.04885 -0.03893 0.03658 -0.00065 -3.7037E-6 " pathEditMode="relative" rAng="0" ptsTypes="AA">
                                      <p:cBhvr>
                                        <p:cTn id="24" dur="1250" fill="hold"/>
                                        <p:tgtEl>
                                          <p:spTgt spid="49"/>
                                        </p:tgtEl>
                                        <p:attrNameLst>
                                          <p:attrName>ppt_x</p:attrName>
                                          <p:attrName>ppt_y</p:attrName>
                                        </p:attrNameLst>
                                      </p:cBhvr>
                                      <p:rCtr x="6484" y="-4606"/>
                                    </p:animMotion>
                                  </p:childTnLst>
                                </p:cTn>
                              </p:par>
                              <p:par>
                                <p:cTn id="25" presetID="10" presetClass="entr" presetSubtype="0" fill="hold" grpId="0" nodeType="withEffect">
                                  <p:stCondLst>
                                    <p:cond delay="750"/>
                                  </p:stCondLst>
                                  <p:childTnLst>
                                    <p:set>
                                      <p:cBhvr>
                                        <p:cTn id="26" dur="1" fill="hold">
                                          <p:stCondLst>
                                            <p:cond delay="0"/>
                                          </p:stCondLst>
                                        </p:cTn>
                                        <p:tgtEl>
                                          <p:spTgt spid="59"/>
                                        </p:tgtEl>
                                        <p:attrNameLst>
                                          <p:attrName>style.visibility</p:attrName>
                                        </p:attrNameLst>
                                      </p:cBhvr>
                                      <p:to>
                                        <p:strVal val="visible"/>
                                      </p:to>
                                    </p:set>
                                    <p:animEffect transition="in" filter="fade">
                                      <p:cBhvr>
                                        <p:cTn id="27" dur="1000"/>
                                        <p:tgtEl>
                                          <p:spTgt spid="59"/>
                                        </p:tgtEl>
                                      </p:cBhvr>
                                    </p:animEffect>
                                  </p:childTnLst>
                                </p:cTn>
                              </p:par>
                              <p:par>
                                <p:cTn id="28" presetID="63" presetClass="path" presetSubtype="0" decel="50000" fill="hold" grpId="1" nodeType="withEffect">
                                  <p:stCondLst>
                                    <p:cond delay="750"/>
                                  </p:stCondLst>
                                  <p:childTnLst>
                                    <p:animMotion origin="layout" path="M -0.01562 4.07407E-6 L 0.11081 4.07407E-6 " pathEditMode="relative" rAng="0" ptsTypes="AA">
                                      <p:cBhvr>
                                        <p:cTn id="29" dur="1000" spd="-100000" fill="hold"/>
                                        <p:tgtEl>
                                          <p:spTgt spid="59"/>
                                        </p:tgtEl>
                                        <p:attrNameLst>
                                          <p:attrName>ppt_x</p:attrName>
                                          <p:attrName>ppt_y</p:attrName>
                                        </p:attrNameLst>
                                      </p:cBhvr>
                                      <p:rCtr x="6315" y="0"/>
                                    </p:animMotion>
                                  </p:childTnLst>
                                </p:cTn>
                              </p:par>
                              <p:par>
                                <p:cTn id="30" presetID="22" presetClass="entr" presetSubtype="4" fill="hold" nodeType="withEffect">
                                  <p:stCondLst>
                                    <p:cond delay="75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750"/>
                                        <p:tgtEl>
                                          <p:spTgt spid="7"/>
                                        </p:tgtEl>
                                      </p:cBhvr>
                                    </p:animEffect>
                                  </p:childTnLst>
                                </p:cTn>
                              </p:par>
                              <p:par>
                                <p:cTn id="33" presetID="22" presetClass="entr" presetSubtype="4" fill="hold" nodeType="withEffect">
                                  <p:stCondLst>
                                    <p:cond delay="950"/>
                                  </p:stCondLst>
                                  <p:childTnLst>
                                    <p:set>
                                      <p:cBhvr>
                                        <p:cTn id="34" dur="1" fill="hold">
                                          <p:stCondLst>
                                            <p:cond delay="0"/>
                                          </p:stCondLst>
                                        </p:cTn>
                                        <p:tgtEl>
                                          <p:spTgt spid="40"/>
                                        </p:tgtEl>
                                        <p:attrNameLst>
                                          <p:attrName>style.visibility</p:attrName>
                                        </p:attrNameLst>
                                      </p:cBhvr>
                                      <p:to>
                                        <p:strVal val="visible"/>
                                      </p:to>
                                    </p:set>
                                    <p:animEffect transition="in" filter="wipe(down)">
                                      <p:cBhvr>
                                        <p:cTn id="35" dur="750"/>
                                        <p:tgtEl>
                                          <p:spTgt spid="40"/>
                                        </p:tgtEl>
                                      </p:cBhvr>
                                    </p:animEffect>
                                  </p:childTnLst>
                                </p:cTn>
                              </p:par>
                              <p:par>
                                <p:cTn id="36" presetID="22" presetClass="entr" presetSubtype="4" fill="hold" nodeType="withEffect">
                                  <p:stCondLst>
                                    <p:cond delay="1150"/>
                                  </p:stCondLst>
                                  <p:childTnLst>
                                    <p:set>
                                      <p:cBhvr>
                                        <p:cTn id="37" dur="1" fill="hold">
                                          <p:stCondLst>
                                            <p:cond delay="0"/>
                                          </p:stCondLst>
                                        </p:cTn>
                                        <p:tgtEl>
                                          <p:spTgt spid="44"/>
                                        </p:tgtEl>
                                        <p:attrNameLst>
                                          <p:attrName>style.visibility</p:attrName>
                                        </p:attrNameLst>
                                      </p:cBhvr>
                                      <p:to>
                                        <p:strVal val="visible"/>
                                      </p:to>
                                    </p:set>
                                    <p:animEffect transition="in" filter="wipe(down)">
                                      <p:cBhvr>
                                        <p:cTn id="38" dur="750"/>
                                        <p:tgtEl>
                                          <p:spTgt spid="44"/>
                                        </p:tgtEl>
                                      </p:cBhvr>
                                    </p:animEffect>
                                  </p:childTnLst>
                                </p:cTn>
                              </p:par>
                              <p:par>
                                <p:cTn id="39" presetID="22" presetClass="entr" presetSubtype="4" fill="hold" nodeType="withEffect">
                                  <p:stCondLst>
                                    <p:cond delay="1350"/>
                                  </p:stCondLst>
                                  <p:childTnLst>
                                    <p:set>
                                      <p:cBhvr>
                                        <p:cTn id="40" dur="1" fill="hold">
                                          <p:stCondLst>
                                            <p:cond delay="0"/>
                                          </p:stCondLst>
                                        </p:cTn>
                                        <p:tgtEl>
                                          <p:spTgt spid="48"/>
                                        </p:tgtEl>
                                        <p:attrNameLst>
                                          <p:attrName>style.visibility</p:attrName>
                                        </p:attrNameLst>
                                      </p:cBhvr>
                                      <p:to>
                                        <p:strVal val="visible"/>
                                      </p:to>
                                    </p:set>
                                    <p:animEffect transition="in" filter="wipe(down)">
                                      <p:cBhvr>
                                        <p:cTn id="41" dur="750"/>
                                        <p:tgtEl>
                                          <p:spTgt spid="48"/>
                                        </p:tgtEl>
                                      </p:cBhvr>
                                    </p:animEffect>
                                  </p:childTnLst>
                                </p:cTn>
                              </p:par>
                              <p:par>
                                <p:cTn id="42" presetID="10" presetClass="entr" presetSubtype="0" fill="hold" grpId="0" nodeType="withEffect">
                                  <p:stCondLst>
                                    <p:cond delay="135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1000"/>
                                        <p:tgtEl>
                                          <p:spTgt spid="57"/>
                                        </p:tgtEl>
                                      </p:cBhvr>
                                    </p:animEffect>
                                  </p:childTnLst>
                                </p:cTn>
                              </p:par>
                              <p:par>
                                <p:cTn id="45" presetID="6" presetClass="emph" presetSubtype="0" decel="50000" fill="hold" grpId="1" nodeType="withEffect">
                                  <p:stCondLst>
                                    <p:cond delay="1350"/>
                                  </p:stCondLst>
                                  <p:childTnLst>
                                    <p:animScale>
                                      <p:cBhvr>
                                        <p:cTn id="46" dur="1000" fill="hold"/>
                                        <p:tgtEl>
                                          <p:spTgt spid="57"/>
                                        </p:tgtEl>
                                      </p:cBhvr>
                                      <p:by x="150000" y="150000"/>
                                      <p:from x="70000" y="70000"/>
                                      <p:to x="100000" y="100000"/>
                                    </p:animScale>
                                  </p:childTnLst>
                                </p:cTn>
                              </p:par>
                              <p:par>
                                <p:cTn id="47" presetID="10" presetClass="entr" presetSubtype="0" fill="hold" grpId="0" nodeType="withEffect">
                                  <p:stCondLst>
                                    <p:cond delay="1350"/>
                                  </p:stCondLst>
                                  <p:childTnLst>
                                    <p:set>
                                      <p:cBhvr>
                                        <p:cTn id="48" dur="1" fill="hold">
                                          <p:stCondLst>
                                            <p:cond delay="0"/>
                                          </p:stCondLst>
                                        </p:cTn>
                                        <p:tgtEl>
                                          <p:spTgt spid="61"/>
                                        </p:tgtEl>
                                        <p:attrNameLst>
                                          <p:attrName>style.visibility</p:attrName>
                                        </p:attrNameLst>
                                      </p:cBhvr>
                                      <p:to>
                                        <p:strVal val="visible"/>
                                      </p:to>
                                    </p:set>
                                    <p:animEffect transition="in" filter="fade">
                                      <p:cBhvr>
                                        <p:cTn id="49" dur="1000"/>
                                        <p:tgtEl>
                                          <p:spTgt spid="61"/>
                                        </p:tgtEl>
                                      </p:cBhvr>
                                    </p:animEffect>
                                  </p:childTnLst>
                                </p:cTn>
                              </p:par>
                              <p:par>
                                <p:cTn id="50" presetID="6" presetClass="emph" presetSubtype="0" decel="50000" fill="hold" grpId="1" nodeType="withEffect">
                                  <p:stCondLst>
                                    <p:cond delay="1350"/>
                                  </p:stCondLst>
                                  <p:childTnLst>
                                    <p:animScale>
                                      <p:cBhvr>
                                        <p:cTn id="51" dur="1000" fill="hold"/>
                                        <p:tgtEl>
                                          <p:spTgt spid="61"/>
                                        </p:tgtEl>
                                      </p:cBhvr>
                                      <p:by x="150000" y="150000"/>
                                      <p:from x="70000" y="70000"/>
                                      <p:to x="100000" y="100000"/>
                                    </p:animScale>
                                  </p:childTnLst>
                                </p:cTn>
                              </p:par>
                              <p:par>
                                <p:cTn id="52" presetID="10" presetClass="entr" presetSubtype="0" fill="hold" grpId="0" nodeType="withEffect">
                                  <p:stCondLst>
                                    <p:cond delay="1350"/>
                                  </p:stCondLst>
                                  <p:childTnLst>
                                    <p:set>
                                      <p:cBhvr>
                                        <p:cTn id="53" dur="1" fill="hold">
                                          <p:stCondLst>
                                            <p:cond delay="0"/>
                                          </p:stCondLst>
                                        </p:cTn>
                                        <p:tgtEl>
                                          <p:spTgt spid="62"/>
                                        </p:tgtEl>
                                        <p:attrNameLst>
                                          <p:attrName>style.visibility</p:attrName>
                                        </p:attrNameLst>
                                      </p:cBhvr>
                                      <p:to>
                                        <p:strVal val="visible"/>
                                      </p:to>
                                    </p:set>
                                    <p:animEffect transition="in" filter="fade">
                                      <p:cBhvr>
                                        <p:cTn id="54" dur="1000"/>
                                        <p:tgtEl>
                                          <p:spTgt spid="62"/>
                                        </p:tgtEl>
                                      </p:cBhvr>
                                    </p:animEffect>
                                  </p:childTnLst>
                                </p:cTn>
                              </p:par>
                              <p:par>
                                <p:cTn id="55" presetID="6" presetClass="emph" presetSubtype="0" decel="50000" fill="hold" grpId="1" nodeType="withEffect">
                                  <p:stCondLst>
                                    <p:cond delay="1350"/>
                                  </p:stCondLst>
                                  <p:childTnLst>
                                    <p:animScale>
                                      <p:cBhvr>
                                        <p:cTn id="56" dur="1000" fill="hold"/>
                                        <p:tgtEl>
                                          <p:spTgt spid="62"/>
                                        </p:tgtEl>
                                      </p:cBhvr>
                                      <p:by x="150000" y="150000"/>
                                      <p:from x="70000" y="70000"/>
                                      <p:to x="100000" y="100000"/>
                                    </p:animScale>
                                  </p:childTnLst>
                                </p:cTn>
                              </p:par>
                              <p:par>
                                <p:cTn id="57" presetID="10" presetClass="entr" presetSubtype="0" fill="hold" grpId="0" nodeType="withEffect">
                                  <p:stCondLst>
                                    <p:cond delay="1350"/>
                                  </p:stCondLst>
                                  <p:childTnLst>
                                    <p:set>
                                      <p:cBhvr>
                                        <p:cTn id="58" dur="1" fill="hold">
                                          <p:stCondLst>
                                            <p:cond delay="0"/>
                                          </p:stCondLst>
                                        </p:cTn>
                                        <p:tgtEl>
                                          <p:spTgt spid="63"/>
                                        </p:tgtEl>
                                        <p:attrNameLst>
                                          <p:attrName>style.visibility</p:attrName>
                                        </p:attrNameLst>
                                      </p:cBhvr>
                                      <p:to>
                                        <p:strVal val="visible"/>
                                      </p:to>
                                    </p:set>
                                    <p:animEffect transition="in" filter="fade">
                                      <p:cBhvr>
                                        <p:cTn id="59" dur="1000"/>
                                        <p:tgtEl>
                                          <p:spTgt spid="63"/>
                                        </p:tgtEl>
                                      </p:cBhvr>
                                    </p:animEffect>
                                  </p:childTnLst>
                                </p:cTn>
                              </p:par>
                              <p:par>
                                <p:cTn id="60" presetID="6" presetClass="emph" presetSubtype="0" decel="50000" fill="hold" grpId="1" nodeType="withEffect">
                                  <p:stCondLst>
                                    <p:cond delay="1350"/>
                                  </p:stCondLst>
                                  <p:childTnLst>
                                    <p:animScale>
                                      <p:cBhvr>
                                        <p:cTn id="61" dur="1000" fill="hold"/>
                                        <p:tgtEl>
                                          <p:spTgt spid="63"/>
                                        </p:tgtEl>
                                      </p:cBhvr>
                                      <p:by x="150000" y="150000"/>
                                      <p:from x="70000" y="70000"/>
                                      <p:to x="100000" y="100000"/>
                                    </p:animScale>
                                  </p:childTnLst>
                                </p:cTn>
                              </p:par>
                              <p:par>
                                <p:cTn id="62" presetID="35" presetClass="path" presetSubtype="0" decel="50000" fill="hold" grpId="2" nodeType="withEffect">
                                  <p:stCondLst>
                                    <p:cond delay="1750"/>
                                  </p:stCondLst>
                                  <p:childTnLst>
                                    <p:animMotion origin="layout" path="M -0.01562 4.07407E-6 L -3.33333E-6 4.07407E-6 " pathEditMode="relative" rAng="0" ptsTypes="AA">
                                      <p:cBhvr>
                                        <p:cTn id="63" dur="1000" fill="hold"/>
                                        <p:tgtEl>
                                          <p:spTgt spid="59"/>
                                        </p:tgtEl>
                                        <p:attrNameLst>
                                          <p:attrName>ppt_x</p:attrName>
                                          <p:attrName>ppt_y</p:attrName>
                                        </p:attrNameLst>
                                      </p:cBhvr>
                                      <p:rCtr x="781" y="0"/>
                                    </p:animMotion>
                                  </p:childTnLst>
                                </p:cTn>
                              </p:par>
                              <p:par>
                                <p:cTn id="64" presetID="10" presetClass="entr" presetSubtype="0" fill="hold" grpId="0" nodeType="withEffect">
                                  <p:stCondLst>
                                    <p:cond delay="200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750"/>
                                        <p:tgtEl>
                                          <p:spTgt spid="34"/>
                                        </p:tgtEl>
                                      </p:cBhvr>
                                    </p:animEffect>
                                  </p:childTnLst>
                                </p:cTn>
                              </p:par>
                              <p:par>
                                <p:cTn id="67" presetID="42" presetClass="path" presetSubtype="0" decel="50667" fill="hold" grpId="1" nodeType="withEffect">
                                  <p:stCondLst>
                                    <p:cond delay="2000"/>
                                  </p:stCondLst>
                                  <p:childTnLst>
                                    <p:animMotion origin="layout" path="M 2.77556E-17 -0.0676 L 2.77556E-17 4.44444E-6 " pathEditMode="relative" rAng="0" ptsTypes="AA">
                                      <p:cBhvr>
                                        <p:cTn id="68" dur="750" fill="hold"/>
                                        <p:tgtEl>
                                          <p:spTgt spid="34"/>
                                        </p:tgtEl>
                                        <p:attrNameLst>
                                          <p:attrName>ppt_x</p:attrName>
                                          <p:attrName>ppt_y</p:attrName>
                                        </p:attrNameLst>
                                      </p:cBhvr>
                                      <p:rCtr x="0" y="3380"/>
                                    </p:animMotion>
                                  </p:childTnLst>
                                </p:cTn>
                              </p:par>
                              <p:par>
                                <p:cTn id="69" presetID="10" presetClass="entr" presetSubtype="0" fill="hold" grpId="0" nodeType="withEffect">
                                  <p:stCondLst>
                                    <p:cond delay="200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750"/>
                                        <p:tgtEl>
                                          <p:spTgt spid="37"/>
                                        </p:tgtEl>
                                      </p:cBhvr>
                                    </p:animEffect>
                                  </p:childTnLst>
                                </p:cTn>
                              </p:par>
                              <p:par>
                                <p:cTn id="72" presetID="42" presetClass="path" presetSubtype="0" decel="50667" fill="hold" grpId="1" nodeType="withEffect">
                                  <p:stCondLst>
                                    <p:cond delay="2000"/>
                                  </p:stCondLst>
                                  <p:childTnLst>
                                    <p:animMotion origin="layout" path="M 2.29167E-6 -0.06759 L 2.29167E-6 -3.7037E-6 " pathEditMode="relative" rAng="0" ptsTypes="AA">
                                      <p:cBhvr>
                                        <p:cTn id="73" dur="750" fill="hold"/>
                                        <p:tgtEl>
                                          <p:spTgt spid="37"/>
                                        </p:tgtEl>
                                        <p:attrNameLst>
                                          <p:attrName>ppt_x</p:attrName>
                                          <p:attrName>ppt_y</p:attrName>
                                        </p:attrNameLst>
                                      </p:cBhvr>
                                      <p:rCtr x="0" y="3380"/>
                                    </p:animMotion>
                                  </p:childTnLst>
                                </p:cTn>
                              </p:par>
                              <p:par>
                                <p:cTn id="74" presetID="10" presetClass="entr" presetSubtype="0" fill="hold" grpId="0" nodeType="withEffect">
                                  <p:stCondLst>
                                    <p:cond delay="200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750"/>
                                        <p:tgtEl>
                                          <p:spTgt spid="41"/>
                                        </p:tgtEl>
                                      </p:cBhvr>
                                    </p:animEffect>
                                  </p:childTnLst>
                                </p:cTn>
                              </p:par>
                              <p:par>
                                <p:cTn id="77" presetID="42" presetClass="path" presetSubtype="0" decel="50667" fill="hold" grpId="1" nodeType="withEffect">
                                  <p:stCondLst>
                                    <p:cond delay="2000"/>
                                  </p:stCondLst>
                                  <p:childTnLst>
                                    <p:animMotion origin="layout" path="M -3.125E-6 -0.06759 L -3.125E-6 -3.33333E-6 " pathEditMode="relative" rAng="0" ptsTypes="AA">
                                      <p:cBhvr>
                                        <p:cTn id="78" dur="750" fill="hold"/>
                                        <p:tgtEl>
                                          <p:spTgt spid="41"/>
                                        </p:tgtEl>
                                        <p:attrNameLst>
                                          <p:attrName>ppt_x</p:attrName>
                                          <p:attrName>ppt_y</p:attrName>
                                        </p:attrNameLst>
                                      </p:cBhvr>
                                      <p:rCtr x="0" y="3380"/>
                                    </p:animMotion>
                                  </p:childTnLst>
                                </p:cTn>
                              </p:par>
                              <p:par>
                                <p:cTn id="79" presetID="10" presetClass="entr" presetSubtype="0" fill="hold" grpId="0" nodeType="withEffect">
                                  <p:stCondLst>
                                    <p:cond delay="200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750"/>
                                        <p:tgtEl>
                                          <p:spTgt spid="45"/>
                                        </p:tgtEl>
                                      </p:cBhvr>
                                    </p:animEffect>
                                  </p:childTnLst>
                                </p:cTn>
                              </p:par>
                              <p:par>
                                <p:cTn id="82" presetID="42" presetClass="path" presetSubtype="0" decel="50667" fill="hold" grpId="1" nodeType="withEffect">
                                  <p:stCondLst>
                                    <p:cond delay="2000"/>
                                  </p:stCondLst>
                                  <p:childTnLst>
                                    <p:animMotion origin="layout" path="M 2.29167E-6 -0.06759 L 2.29167E-6 -3.7037E-6 " pathEditMode="relative" rAng="0" ptsTypes="AA">
                                      <p:cBhvr>
                                        <p:cTn id="83" dur="750" fill="hold"/>
                                        <p:tgtEl>
                                          <p:spTgt spid="45"/>
                                        </p:tgtEl>
                                        <p:attrNameLst>
                                          <p:attrName>ppt_x</p:attrName>
                                          <p:attrName>ppt_y</p:attrName>
                                        </p:attrNameLst>
                                      </p:cBhvr>
                                      <p:rCtr x="0" y="3380"/>
                                    </p:animMotion>
                                  </p:childTnLst>
                                </p:cTn>
                              </p:par>
                              <p:par>
                                <p:cTn id="84" presetID="16" presetClass="entr" presetSubtype="37" fill="hold" nodeType="withEffect">
                                  <p:stCondLst>
                                    <p:cond delay="2500"/>
                                  </p:stCondLst>
                                  <p:childTnLst>
                                    <p:set>
                                      <p:cBhvr>
                                        <p:cTn id="85" dur="1" fill="hold">
                                          <p:stCondLst>
                                            <p:cond delay="0"/>
                                          </p:stCondLst>
                                        </p:cTn>
                                        <p:tgtEl>
                                          <p:spTgt spid="36"/>
                                        </p:tgtEl>
                                        <p:attrNameLst>
                                          <p:attrName>style.visibility</p:attrName>
                                        </p:attrNameLst>
                                      </p:cBhvr>
                                      <p:to>
                                        <p:strVal val="visible"/>
                                      </p:to>
                                    </p:set>
                                    <p:animEffect transition="in" filter="barn(outVertical)">
                                      <p:cBhvr>
                                        <p:cTn id="86" dur="750"/>
                                        <p:tgtEl>
                                          <p:spTgt spid="36"/>
                                        </p:tgtEl>
                                      </p:cBhvr>
                                    </p:animEffect>
                                  </p:childTnLst>
                                </p:cTn>
                              </p:par>
                              <p:par>
                                <p:cTn id="87" presetID="16" presetClass="entr" presetSubtype="37" fill="hold" nodeType="withEffect">
                                  <p:stCondLst>
                                    <p:cond delay="2500"/>
                                  </p:stCondLst>
                                  <p:childTnLst>
                                    <p:set>
                                      <p:cBhvr>
                                        <p:cTn id="88" dur="1" fill="hold">
                                          <p:stCondLst>
                                            <p:cond delay="0"/>
                                          </p:stCondLst>
                                        </p:cTn>
                                        <p:tgtEl>
                                          <p:spTgt spid="39"/>
                                        </p:tgtEl>
                                        <p:attrNameLst>
                                          <p:attrName>style.visibility</p:attrName>
                                        </p:attrNameLst>
                                      </p:cBhvr>
                                      <p:to>
                                        <p:strVal val="visible"/>
                                      </p:to>
                                    </p:set>
                                    <p:animEffect transition="in" filter="barn(outVertical)">
                                      <p:cBhvr>
                                        <p:cTn id="89" dur="750"/>
                                        <p:tgtEl>
                                          <p:spTgt spid="39"/>
                                        </p:tgtEl>
                                      </p:cBhvr>
                                    </p:animEffect>
                                  </p:childTnLst>
                                </p:cTn>
                              </p:par>
                              <p:par>
                                <p:cTn id="90" presetID="16" presetClass="entr" presetSubtype="37" fill="hold" nodeType="withEffect">
                                  <p:stCondLst>
                                    <p:cond delay="2500"/>
                                  </p:stCondLst>
                                  <p:childTnLst>
                                    <p:set>
                                      <p:cBhvr>
                                        <p:cTn id="91" dur="1" fill="hold">
                                          <p:stCondLst>
                                            <p:cond delay="0"/>
                                          </p:stCondLst>
                                        </p:cTn>
                                        <p:tgtEl>
                                          <p:spTgt spid="43"/>
                                        </p:tgtEl>
                                        <p:attrNameLst>
                                          <p:attrName>style.visibility</p:attrName>
                                        </p:attrNameLst>
                                      </p:cBhvr>
                                      <p:to>
                                        <p:strVal val="visible"/>
                                      </p:to>
                                    </p:set>
                                    <p:animEffect transition="in" filter="barn(outVertical)">
                                      <p:cBhvr>
                                        <p:cTn id="92" dur="750"/>
                                        <p:tgtEl>
                                          <p:spTgt spid="43"/>
                                        </p:tgtEl>
                                      </p:cBhvr>
                                    </p:animEffect>
                                  </p:childTnLst>
                                </p:cTn>
                              </p:par>
                              <p:par>
                                <p:cTn id="93" presetID="16" presetClass="entr" presetSubtype="37" fill="hold" nodeType="withEffect">
                                  <p:stCondLst>
                                    <p:cond delay="2500"/>
                                  </p:stCondLst>
                                  <p:childTnLst>
                                    <p:set>
                                      <p:cBhvr>
                                        <p:cTn id="94" dur="1" fill="hold">
                                          <p:stCondLst>
                                            <p:cond delay="0"/>
                                          </p:stCondLst>
                                        </p:cTn>
                                        <p:tgtEl>
                                          <p:spTgt spid="47"/>
                                        </p:tgtEl>
                                        <p:attrNameLst>
                                          <p:attrName>style.visibility</p:attrName>
                                        </p:attrNameLst>
                                      </p:cBhvr>
                                      <p:to>
                                        <p:strVal val="visible"/>
                                      </p:to>
                                    </p:set>
                                    <p:animEffect transition="in" filter="barn(outVertical)">
                                      <p:cBhvr>
                                        <p:cTn id="95"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4" grpId="1"/>
      <p:bldP spid="37" grpId="0"/>
      <p:bldP spid="37" grpId="1"/>
      <p:bldP spid="41" grpId="0"/>
      <p:bldP spid="41" grpId="1"/>
      <p:bldP spid="45" grpId="0"/>
      <p:bldP spid="45" grpId="1"/>
      <p:bldP spid="57" grpId="0"/>
      <p:bldP spid="57" grpId="1"/>
      <p:bldP spid="59" grpId="0"/>
      <p:bldP spid="59" grpId="1"/>
      <p:bldP spid="59" grpId="2"/>
      <p:bldP spid="61" grpId="0"/>
      <p:bldP spid="61" grpId="1"/>
      <p:bldP spid="62" grpId="0"/>
      <p:bldP spid="62" grpId="1"/>
      <p:bldP spid="63" grpId="0"/>
      <p:bldP spid="6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1-SVG"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AB950FD9-DF66-4D2A-919E-75BCB92564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4403" y="2048136"/>
            <a:ext cx="12086370" cy="12086370"/>
          </a:xfrm>
          <a:prstGeom prst="rect">
            <a:avLst/>
          </a:prstGeom>
        </p:spPr>
      </p:pic>
      <p:grpSp>
        <p:nvGrpSpPr>
          <p:cNvPr id="4" name="2-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8B852F1-13BB-49E1-AB4A-77E4BE027FCD}"/>
              </a:ext>
            </a:extLst>
          </p:cNvPr>
          <p:cNvGrpSpPr/>
          <p:nvPr/>
        </p:nvGrpSpPr>
        <p:grpSpPr>
          <a:xfrm>
            <a:off x="542925" y="2207676"/>
            <a:ext cx="841375" cy="5410200"/>
            <a:chOff x="542925" y="2207676"/>
            <a:chExt cx="841375" cy="5410200"/>
          </a:xfrm>
        </p:grpSpPr>
        <p:sp>
          <p:nvSpPr>
            <p:cNvPr id="134" name="2-1-Freeform"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6AF1ABBB-6250-4074-909B-CDC80ED1C1FE}"/>
                </a:ext>
              </a:extLst>
            </p:cNvPr>
            <p:cNvSpPr/>
            <p:nvPr/>
          </p:nvSpPr>
          <p:spPr>
            <a:xfrm>
              <a:off x="542925" y="2207676"/>
              <a:ext cx="841375" cy="5410200"/>
            </a:xfrm>
            <a:custGeom>
              <a:avLst/>
              <a:gdLst>
                <a:gd name="connsiteX0" fmla="*/ 0 w 841375"/>
                <a:gd name="connsiteY0" fmla="*/ 0 h 5410200"/>
                <a:gd name="connsiteX1" fmla="*/ 696488 w 841375"/>
                <a:gd name="connsiteY1" fmla="*/ 0 h 5410200"/>
                <a:gd name="connsiteX2" fmla="*/ 841375 w 841375"/>
                <a:gd name="connsiteY2" fmla="*/ 250952 h 5410200"/>
                <a:gd name="connsiteX3" fmla="*/ 841375 w 841375"/>
                <a:gd name="connsiteY3" fmla="*/ 5410200 h 5410200"/>
                <a:gd name="connsiteX4" fmla="*/ 0 w 841375"/>
                <a:gd name="connsiteY4" fmla="*/ 5410200 h 541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375" h="5410200">
                  <a:moveTo>
                    <a:pt x="0" y="0"/>
                  </a:moveTo>
                  <a:lnTo>
                    <a:pt x="696488" y="0"/>
                  </a:lnTo>
                  <a:lnTo>
                    <a:pt x="841375" y="250952"/>
                  </a:lnTo>
                  <a:lnTo>
                    <a:pt x="841375" y="5410200"/>
                  </a:lnTo>
                  <a:lnTo>
                    <a:pt x="0" y="5410200"/>
                  </a:lnTo>
                  <a:close/>
                </a:path>
              </a:pathLst>
            </a:custGeom>
            <a:gradFill flip="none" rotWithShape="1">
              <a:gsLst>
                <a:gs pos="0">
                  <a:schemeClr val="bg1">
                    <a:alpha val="23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5" name="2-2-Rectangle"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36005ED6-38DA-4080-9DF1-A1CFCD2C630C}"/>
                </a:ext>
              </a:extLst>
            </p:cNvPr>
            <p:cNvSpPr/>
            <p:nvPr/>
          </p:nvSpPr>
          <p:spPr>
            <a:xfrm>
              <a:off x="542925" y="2207676"/>
              <a:ext cx="137065" cy="881354"/>
            </a:xfrm>
            <a:prstGeom prst="rect">
              <a:avLst/>
            </a:prstGeom>
            <a:gradFill flip="none" rotWithShape="1">
              <a:gsLst>
                <a:gs pos="0">
                  <a:schemeClr val="bg1">
                    <a:alpha val="16000"/>
                  </a:schemeClr>
                </a:gs>
                <a:gs pos="91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2" name="3-Placeholder"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2C8EA41-04FB-495A-B245-6AC8C6FE0778}"/>
              </a:ext>
            </a:extLst>
          </p:cNvPr>
          <p:cNvSpPr>
            <a:spLocks noGrp="1"/>
          </p:cNvSpPr>
          <p:nvPr>
            <p:ph type="body" sz="quarter" idx="10"/>
          </p:nvPr>
        </p:nvSpPr>
        <p:spPr/>
        <p:txBody>
          <a:bodyPr/>
          <a:lstStyle/>
          <a:p>
            <a:pPr lvl="0"/>
            <a:r>
              <a:rPr lang="en-US" altLang="zh-CN" dirty="0">
                <a:sym typeface="+mn-lt"/>
              </a:rPr>
              <a:t>Introduction</a:t>
            </a:r>
          </a:p>
        </p:txBody>
      </p:sp>
      <p:pic>
        <p:nvPicPr>
          <p:cNvPr id="104" name="4-SVG" descr="e7d195523061f1c0d3ba7f298e59d031c9c3f97027ed136f882110EF8F17BAD1F2C348D17C7856EF46CB4678CC9E44EE1ABA681E3133328A7B4D22AAF822B2429426B2355AA8CC44631ADF5DCF3CCC2EEDC87A28F1767F37F372D8C081E51F4BAB98CF3B15F81F06B088E3E96A2B5A79D51C4ED070EDDE9C7E56AFD1A8171F79A0B58C041D94AC51" hidden="1">
            <a:extLst>
              <a:ext uri="{FF2B5EF4-FFF2-40B4-BE49-F238E27FC236}">
                <a16:creationId xmlns:a16="http://schemas.microsoft.com/office/drawing/2014/main" id="{0E4AD96D-0C75-49DE-8FB1-06B3CBEE647A}"/>
              </a:ext>
            </a:extLst>
          </p:cNvPr>
          <p:cNvPicPr>
            <a:picLocks noChangeAspect="1"/>
          </p:cNvPicPr>
          <p:nvPr/>
        </p:nvPicPr>
        <p:blipFill>
          <a:blip>
            <a:extLst>
              <a:ext uri="{96DAC541-7B7A-43D3-8B79-37D633B846F1}">
                <asvg:svgBlip xmlns:asvg="http://schemas.microsoft.com/office/drawing/2016/SVG/main" r:embed="rId4"/>
              </a:ext>
            </a:extLst>
          </a:blip>
          <a:srcRect r="40613" b="60549"/>
          <a:stretch>
            <a:fillRect/>
          </a:stretch>
        </p:blipFill>
        <p:spPr>
          <a:xfrm>
            <a:off x="4951588" y="2048136"/>
            <a:ext cx="7240412" cy="4809864"/>
          </a:xfrm>
          <a:custGeom>
            <a:avLst/>
            <a:gdLst>
              <a:gd name="connsiteX0" fmla="*/ 0 w 7240412"/>
              <a:gd name="connsiteY0" fmla="*/ 0 h 4809864"/>
              <a:gd name="connsiteX1" fmla="*/ 7240412 w 7240412"/>
              <a:gd name="connsiteY1" fmla="*/ 0 h 4809864"/>
              <a:gd name="connsiteX2" fmla="*/ 7240412 w 7240412"/>
              <a:gd name="connsiteY2" fmla="*/ 4809864 h 4809864"/>
              <a:gd name="connsiteX3" fmla="*/ 0 w 7240412"/>
              <a:gd name="connsiteY3" fmla="*/ 4809864 h 4809864"/>
            </a:gdLst>
            <a:ahLst/>
            <a:cxnLst>
              <a:cxn ang="0">
                <a:pos x="connsiteX0" y="connsiteY0"/>
              </a:cxn>
              <a:cxn ang="0">
                <a:pos x="connsiteX1" y="connsiteY1"/>
              </a:cxn>
              <a:cxn ang="0">
                <a:pos x="connsiteX2" y="connsiteY2"/>
              </a:cxn>
              <a:cxn ang="0">
                <a:pos x="connsiteX3" y="connsiteY3"/>
              </a:cxn>
            </a:cxnLst>
            <a:rect l="l" t="t" r="r" b="b"/>
            <a:pathLst>
              <a:path w="7240412" h="4809864">
                <a:moveTo>
                  <a:pt x="0" y="0"/>
                </a:moveTo>
                <a:lnTo>
                  <a:pt x="7240412" y="0"/>
                </a:lnTo>
                <a:lnTo>
                  <a:pt x="7240412" y="4809864"/>
                </a:lnTo>
                <a:lnTo>
                  <a:pt x="0" y="4809864"/>
                </a:lnTo>
                <a:close/>
              </a:path>
            </a:pathLst>
          </a:custGeom>
        </p:spPr>
      </p:pic>
      <p:grpSp>
        <p:nvGrpSpPr>
          <p:cNvPr id="105" name="5-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0C614BB9-B38C-4DA3-BCB7-072DB7CBE4B4}"/>
              </a:ext>
            </a:extLst>
          </p:cNvPr>
          <p:cNvGrpSpPr/>
          <p:nvPr/>
        </p:nvGrpSpPr>
        <p:grpSpPr>
          <a:xfrm>
            <a:off x="6439446" y="5588000"/>
            <a:ext cx="431800" cy="431800"/>
            <a:chOff x="3188246" y="3492500"/>
            <a:chExt cx="431800" cy="431800"/>
          </a:xfrm>
        </p:grpSpPr>
        <p:sp>
          <p:nvSpPr>
            <p:cNvPr id="106" name="5-1-Oval">
              <a:extLst>
                <a:ext uri="{FF2B5EF4-FFF2-40B4-BE49-F238E27FC236}">
                  <a16:creationId xmlns:a16="http://schemas.microsoft.com/office/drawing/2014/main" id="{D4732F75-C437-4F90-932C-5AC1E76F4EC4}"/>
                </a:ext>
              </a:extLst>
            </p:cNvPr>
            <p:cNvSpPr/>
            <p:nvPr/>
          </p:nvSpPr>
          <p:spPr>
            <a:xfrm>
              <a:off x="3188246" y="3492500"/>
              <a:ext cx="431800" cy="4318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7" name="5-2-Oval">
              <a:extLst>
                <a:ext uri="{FF2B5EF4-FFF2-40B4-BE49-F238E27FC236}">
                  <a16:creationId xmlns:a16="http://schemas.microsoft.com/office/drawing/2014/main" id="{C30AC27E-3D5C-4D7F-B06C-95919CBCDDF2}"/>
                </a:ext>
              </a:extLst>
            </p:cNvPr>
            <p:cNvSpPr/>
            <p:nvPr/>
          </p:nvSpPr>
          <p:spPr>
            <a:xfrm>
              <a:off x="3315246" y="3619500"/>
              <a:ext cx="177800" cy="177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108" name="6-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C947C886-BCCD-49A8-85D0-4D4E7676AA61}"/>
              </a:ext>
            </a:extLst>
          </p:cNvPr>
          <p:cNvGrpSpPr/>
          <p:nvPr/>
        </p:nvGrpSpPr>
        <p:grpSpPr>
          <a:xfrm>
            <a:off x="7633246" y="4076700"/>
            <a:ext cx="431800" cy="431800"/>
            <a:chOff x="3188246" y="3492500"/>
            <a:chExt cx="431800" cy="431800"/>
          </a:xfrm>
        </p:grpSpPr>
        <p:sp>
          <p:nvSpPr>
            <p:cNvPr id="109" name="6-1-Oval">
              <a:extLst>
                <a:ext uri="{FF2B5EF4-FFF2-40B4-BE49-F238E27FC236}">
                  <a16:creationId xmlns:a16="http://schemas.microsoft.com/office/drawing/2014/main" id="{A4FECEC0-FF5F-4F5C-A251-A22ACCCC13D3}"/>
                </a:ext>
              </a:extLst>
            </p:cNvPr>
            <p:cNvSpPr/>
            <p:nvPr/>
          </p:nvSpPr>
          <p:spPr>
            <a:xfrm>
              <a:off x="3188246" y="3492500"/>
              <a:ext cx="431800" cy="4318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0" name="6-2-Oval">
              <a:extLst>
                <a:ext uri="{FF2B5EF4-FFF2-40B4-BE49-F238E27FC236}">
                  <a16:creationId xmlns:a16="http://schemas.microsoft.com/office/drawing/2014/main" id="{01042A1A-2112-41C6-90F6-865066B0A25C}"/>
                </a:ext>
              </a:extLst>
            </p:cNvPr>
            <p:cNvSpPr/>
            <p:nvPr/>
          </p:nvSpPr>
          <p:spPr>
            <a:xfrm>
              <a:off x="3315246" y="3619500"/>
              <a:ext cx="177800" cy="177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111" name="7-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C9BD98C2-43D9-4357-B567-F4FFD90EA847}"/>
              </a:ext>
            </a:extLst>
          </p:cNvPr>
          <p:cNvGrpSpPr/>
          <p:nvPr/>
        </p:nvGrpSpPr>
        <p:grpSpPr>
          <a:xfrm>
            <a:off x="9373146" y="3149600"/>
            <a:ext cx="431800" cy="431800"/>
            <a:chOff x="3188246" y="3492500"/>
            <a:chExt cx="431800" cy="431800"/>
          </a:xfrm>
        </p:grpSpPr>
        <p:sp>
          <p:nvSpPr>
            <p:cNvPr id="112" name="7-1-Oval">
              <a:extLst>
                <a:ext uri="{FF2B5EF4-FFF2-40B4-BE49-F238E27FC236}">
                  <a16:creationId xmlns:a16="http://schemas.microsoft.com/office/drawing/2014/main" id="{B9777EB3-ACBD-4ED3-B08A-ECEEB93F9674}"/>
                </a:ext>
              </a:extLst>
            </p:cNvPr>
            <p:cNvSpPr/>
            <p:nvPr/>
          </p:nvSpPr>
          <p:spPr>
            <a:xfrm>
              <a:off x="3188246" y="3492500"/>
              <a:ext cx="431800" cy="4318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3" name="7-2-Oval">
              <a:extLst>
                <a:ext uri="{FF2B5EF4-FFF2-40B4-BE49-F238E27FC236}">
                  <a16:creationId xmlns:a16="http://schemas.microsoft.com/office/drawing/2014/main" id="{A7D16468-0DE2-41C3-8424-EE70CCA11E63}"/>
                </a:ext>
              </a:extLst>
            </p:cNvPr>
            <p:cNvSpPr/>
            <p:nvPr/>
          </p:nvSpPr>
          <p:spPr>
            <a:xfrm>
              <a:off x="3315246" y="3619500"/>
              <a:ext cx="177800" cy="177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118" name="11-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43A7338-8B46-465D-8ED3-DD927C77F661}"/>
              </a:ext>
            </a:extLst>
          </p:cNvPr>
          <p:cNvSpPr>
            <a:spLocks noEditPoints="1"/>
          </p:cNvSpPr>
          <p:nvPr/>
        </p:nvSpPr>
        <p:spPr bwMode="auto">
          <a:xfrm>
            <a:off x="7279541" y="3223030"/>
            <a:ext cx="364707" cy="355978"/>
          </a:xfrm>
          <a:custGeom>
            <a:avLst/>
            <a:gdLst>
              <a:gd name="T0" fmla="*/ 167 w 804"/>
              <a:gd name="T1" fmla="*/ 100 h 784"/>
              <a:gd name="T2" fmla="*/ 215 w 804"/>
              <a:gd name="T3" fmla="*/ 148 h 784"/>
              <a:gd name="T4" fmla="*/ 190 w 804"/>
              <a:gd name="T5" fmla="*/ 170 h 784"/>
              <a:gd name="T6" fmla="*/ 190 w 804"/>
              <a:gd name="T7" fmla="*/ 594 h 784"/>
              <a:gd name="T8" fmla="*/ 614 w 804"/>
              <a:gd name="T9" fmla="*/ 594 h 784"/>
              <a:gd name="T10" fmla="*/ 614 w 804"/>
              <a:gd name="T11" fmla="*/ 170 h 784"/>
              <a:gd name="T12" fmla="*/ 353 w 804"/>
              <a:gd name="T13" fmla="*/ 86 h 784"/>
              <a:gd name="T14" fmla="*/ 335 w 804"/>
              <a:gd name="T15" fmla="*/ 21 h 784"/>
              <a:gd name="T16" fmla="*/ 661 w 804"/>
              <a:gd name="T17" fmla="*/ 123 h 784"/>
              <a:gd name="T18" fmla="*/ 661 w 804"/>
              <a:gd name="T19" fmla="*/ 641 h 784"/>
              <a:gd name="T20" fmla="*/ 143 w 804"/>
              <a:gd name="T21" fmla="*/ 641 h 784"/>
              <a:gd name="T22" fmla="*/ 143 w 804"/>
              <a:gd name="T23" fmla="*/ 123 h 784"/>
              <a:gd name="T24" fmla="*/ 167 w 804"/>
              <a:gd name="T25" fmla="*/ 100 h 784"/>
              <a:gd name="T26" fmla="*/ 437 w 804"/>
              <a:gd name="T27" fmla="*/ 370 h 784"/>
              <a:gd name="T28" fmla="*/ 390 w 804"/>
              <a:gd name="T29" fmla="*/ 417 h 784"/>
              <a:gd name="T30" fmla="*/ 131 w 804"/>
              <a:gd name="T31" fmla="*/ 158 h 784"/>
              <a:gd name="T32" fmla="*/ 178 w 804"/>
              <a:gd name="T33" fmla="*/ 111 h 784"/>
              <a:gd name="T34" fmla="*/ 437 w 804"/>
              <a:gd name="T35" fmla="*/ 370 h 784"/>
              <a:gd name="T36" fmla="*/ 241 w 804"/>
              <a:gd name="T37" fmla="*/ 268 h 784"/>
              <a:gd name="T38" fmla="*/ 287 w 804"/>
              <a:gd name="T39" fmla="*/ 220 h 784"/>
              <a:gd name="T40" fmla="*/ 335 w 804"/>
              <a:gd name="T41" fmla="*/ 268 h 784"/>
              <a:gd name="T42" fmla="*/ 310 w 804"/>
              <a:gd name="T43" fmla="*/ 288 h 784"/>
              <a:gd name="T44" fmla="*/ 289 w 804"/>
              <a:gd name="T45" fmla="*/ 316 h 784"/>
              <a:gd name="T46" fmla="*/ 241 w 804"/>
              <a:gd name="T47" fmla="*/ 268 h 784"/>
              <a:gd name="T48" fmla="*/ 206 w 804"/>
              <a:gd name="T49" fmla="*/ 359 h 784"/>
              <a:gd name="T50" fmla="*/ 271 w 804"/>
              <a:gd name="T51" fmla="*/ 377 h 784"/>
              <a:gd name="T52" fmla="*/ 400 w 804"/>
              <a:gd name="T53" fmla="*/ 515 h 784"/>
              <a:gd name="T54" fmla="*/ 538 w 804"/>
              <a:gd name="T55" fmla="*/ 387 h 784"/>
              <a:gd name="T56" fmla="*/ 410 w 804"/>
              <a:gd name="T57" fmla="*/ 249 h 784"/>
              <a:gd name="T58" fmla="*/ 396 w 804"/>
              <a:gd name="T59" fmla="*/ 249 h 784"/>
              <a:gd name="T60" fmla="*/ 379 w 804"/>
              <a:gd name="T61" fmla="*/ 184 h 784"/>
              <a:gd name="T62" fmla="*/ 546 w 804"/>
              <a:gd name="T63" fmla="*/ 241 h 784"/>
              <a:gd name="T64" fmla="*/ 546 w 804"/>
              <a:gd name="T65" fmla="*/ 523 h 784"/>
              <a:gd name="T66" fmla="*/ 263 w 804"/>
              <a:gd name="T67" fmla="*/ 523 h 784"/>
              <a:gd name="T68" fmla="*/ 206 w 804"/>
              <a:gd name="T69" fmla="*/ 359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4" h="784">
                <a:moveTo>
                  <a:pt x="167" y="100"/>
                </a:moveTo>
                <a:cubicBezTo>
                  <a:pt x="215" y="148"/>
                  <a:pt x="215" y="148"/>
                  <a:pt x="215" y="148"/>
                </a:cubicBezTo>
                <a:cubicBezTo>
                  <a:pt x="206" y="154"/>
                  <a:pt x="198" y="162"/>
                  <a:pt x="190" y="170"/>
                </a:cubicBezTo>
                <a:cubicBezTo>
                  <a:pt x="73" y="287"/>
                  <a:pt x="73" y="477"/>
                  <a:pt x="190" y="594"/>
                </a:cubicBezTo>
                <a:cubicBezTo>
                  <a:pt x="307" y="711"/>
                  <a:pt x="497" y="711"/>
                  <a:pt x="614" y="594"/>
                </a:cubicBezTo>
                <a:cubicBezTo>
                  <a:pt x="731" y="477"/>
                  <a:pt x="731" y="287"/>
                  <a:pt x="614" y="170"/>
                </a:cubicBezTo>
                <a:cubicBezTo>
                  <a:pt x="543" y="99"/>
                  <a:pt x="445" y="71"/>
                  <a:pt x="353" y="86"/>
                </a:cubicBezTo>
                <a:cubicBezTo>
                  <a:pt x="335" y="21"/>
                  <a:pt x="335" y="21"/>
                  <a:pt x="335" y="21"/>
                </a:cubicBezTo>
                <a:cubicBezTo>
                  <a:pt x="450" y="0"/>
                  <a:pt x="573" y="34"/>
                  <a:pt x="661" y="123"/>
                </a:cubicBezTo>
                <a:cubicBezTo>
                  <a:pt x="804" y="266"/>
                  <a:pt x="804" y="498"/>
                  <a:pt x="661" y="641"/>
                </a:cubicBezTo>
                <a:cubicBezTo>
                  <a:pt x="518" y="784"/>
                  <a:pt x="286" y="784"/>
                  <a:pt x="143" y="641"/>
                </a:cubicBezTo>
                <a:cubicBezTo>
                  <a:pt x="0" y="498"/>
                  <a:pt x="0" y="266"/>
                  <a:pt x="143" y="123"/>
                </a:cubicBezTo>
                <a:cubicBezTo>
                  <a:pt x="151" y="115"/>
                  <a:pt x="159" y="107"/>
                  <a:pt x="167" y="100"/>
                </a:cubicBezTo>
                <a:close/>
                <a:moveTo>
                  <a:pt x="437" y="370"/>
                </a:moveTo>
                <a:cubicBezTo>
                  <a:pt x="390" y="417"/>
                  <a:pt x="390" y="417"/>
                  <a:pt x="390" y="417"/>
                </a:cubicBezTo>
                <a:cubicBezTo>
                  <a:pt x="131" y="158"/>
                  <a:pt x="131" y="158"/>
                  <a:pt x="131" y="158"/>
                </a:cubicBezTo>
                <a:cubicBezTo>
                  <a:pt x="178" y="111"/>
                  <a:pt x="178" y="111"/>
                  <a:pt x="178" y="111"/>
                </a:cubicBezTo>
                <a:lnTo>
                  <a:pt x="437" y="370"/>
                </a:lnTo>
                <a:close/>
                <a:moveTo>
                  <a:pt x="241" y="268"/>
                </a:moveTo>
                <a:cubicBezTo>
                  <a:pt x="253" y="249"/>
                  <a:pt x="269" y="233"/>
                  <a:pt x="287" y="220"/>
                </a:cubicBezTo>
                <a:cubicBezTo>
                  <a:pt x="335" y="268"/>
                  <a:pt x="335" y="268"/>
                  <a:pt x="335" y="268"/>
                </a:cubicBezTo>
                <a:cubicBezTo>
                  <a:pt x="326" y="274"/>
                  <a:pt x="318" y="280"/>
                  <a:pt x="310" y="288"/>
                </a:cubicBezTo>
                <a:cubicBezTo>
                  <a:pt x="302" y="296"/>
                  <a:pt x="295" y="306"/>
                  <a:pt x="289" y="316"/>
                </a:cubicBezTo>
                <a:lnTo>
                  <a:pt x="241" y="268"/>
                </a:lnTo>
                <a:close/>
                <a:moveTo>
                  <a:pt x="206" y="359"/>
                </a:moveTo>
                <a:cubicBezTo>
                  <a:pt x="271" y="377"/>
                  <a:pt x="271" y="377"/>
                  <a:pt x="271" y="377"/>
                </a:cubicBezTo>
                <a:cubicBezTo>
                  <a:pt x="269" y="450"/>
                  <a:pt x="326" y="512"/>
                  <a:pt x="400" y="515"/>
                </a:cubicBezTo>
                <a:cubicBezTo>
                  <a:pt x="473" y="518"/>
                  <a:pt x="535" y="461"/>
                  <a:pt x="538" y="387"/>
                </a:cubicBezTo>
                <a:cubicBezTo>
                  <a:pt x="541" y="314"/>
                  <a:pt x="483" y="252"/>
                  <a:pt x="410" y="249"/>
                </a:cubicBezTo>
                <a:cubicBezTo>
                  <a:pt x="405" y="249"/>
                  <a:pt x="401" y="249"/>
                  <a:pt x="396" y="249"/>
                </a:cubicBezTo>
                <a:cubicBezTo>
                  <a:pt x="379" y="184"/>
                  <a:pt x="379" y="184"/>
                  <a:pt x="379" y="184"/>
                </a:cubicBezTo>
                <a:cubicBezTo>
                  <a:pt x="440" y="176"/>
                  <a:pt x="502" y="197"/>
                  <a:pt x="546" y="241"/>
                </a:cubicBezTo>
                <a:cubicBezTo>
                  <a:pt x="624" y="319"/>
                  <a:pt x="624" y="445"/>
                  <a:pt x="546" y="523"/>
                </a:cubicBezTo>
                <a:cubicBezTo>
                  <a:pt x="468" y="602"/>
                  <a:pt x="341" y="602"/>
                  <a:pt x="263" y="523"/>
                </a:cubicBezTo>
                <a:cubicBezTo>
                  <a:pt x="220" y="480"/>
                  <a:pt x="199" y="420"/>
                  <a:pt x="206" y="35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19" name="12-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6207212-CD7F-4276-90FF-4C16EA51F14D}"/>
              </a:ext>
            </a:extLst>
          </p:cNvPr>
          <p:cNvSpPr>
            <a:spLocks noEditPoints="1"/>
          </p:cNvSpPr>
          <p:nvPr/>
        </p:nvSpPr>
        <p:spPr bwMode="auto">
          <a:xfrm>
            <a:off x="5940954" y="4912776"/>
            <a:ext cx="342395" cy="295838"/>
          </a:xfrm>
          <a:custGeom>
            <a:avLst/>
            <a:gdLst>
              <a:gd name="T0" fmla="*/ 149 w 353"/>
              <a:gd name="T1" fmla="*/ 125 h 305"/>
              <a:gd name="T2" fmla="*/ 204 w 353"/>
              <a:gd name="T3" fmla="*/ 125 h 305"/>
              <a:gd name="T4" fmla="*/ 204 w 353"/>
              <a:gd name="T5" fmla="*/ 180 h 305"/>
              <a:gd name="T6" fmla="*/ 149 w 353"/>
              <a:gd name="T7" fmla="*/ 180 h 305"/>
              <a:gd name="T8" fmla="*/ 149 w 353"/>
              <a:gd name="T9" fmla="*/ 125 h 305"/>
              <a:gd name="T10" fmla="*/ 316 w 353"/>
              <a:gd name="T11" fmla="*/ 152 h 305"/>
              <a:gd name="T12" fmla="*/ 246 w 353"/>
              <a:gd name="T13" fmla="*/ 32 h 305"/>
              <a:gd name="T14" fmla="*/ 107 w 353"/>
              <a:gd name="T15" fmla="*/ 32 h 305"/>
              <a:gd name="T16" fmla="*/ 37 w 353"/>
              <a:gd name="T17" fmla="*/ 152 h 305"/>
              <a:gd name="T18" fmla="*/ 107 w 353"/>
              <a:gd name="T19" fmla="*/ 273 h 305"/>
              <a:gd name="T20" fmla="*/ 246 w 353"/>
              <a:gd name="T21" fmla="*/ 273 h 305"/>
              <a:gd name="T22" fmla="*/ 316 w 353"/>
              <a:gd name="T23" fmla="*/ 152 h 305"/>
              <a:gd name="T24" fmla="*/ 283 w 353"/>
              <a:gd name="T25" fmla="*/ 32 h 305"/>
              <a:gd name="T26" fmla="*/ 246 w 353"/>
              <a:gd name="T27" fmla="*/ 32 h 305"/>
              <a:gd name="T28" fmla="*/ 264 w 353"/>
              <a:gd name="T29" fmla="*/ 63 h 305"/>
              <a:gd name="T30" fmla="*/ 301 w 353"/>
              <a:gd name="T31" fmla="*/ 63 h 305"/>
              <a:gd name="T32" fmla="*/ 353 w 353"/>
              <a:gd name="T33" fmla="*/ 152 h 305"/>
              <a:gd name="T34" fmla="*/ 264 w 353"/>
              <a:gd name="T35" fmla="*/ 305 h 305"/>
              <a:gd name="T36" fmla="*/ 89 w 353"/>
              <a:gd name="T37" fmla="*/ 305 h 305"/>
              <a:gd name="T38" fmla="*/ 0 w 353"/>
              <a:gd name="T39" fmla="*/ 152 h 305"/>
              <a:gd name="T40" fmla="*/ 89 w 353"/>
              <a:gd name="T41" fmla="*/ 0 h 305"/>
              <a:gd name="T42" fmla="*/ 264 w 353"/>
              <a:gd name="T43" fmla="*/ 0 h 305"/>
              <a:gd name="T44" fmla="*/ 283 w 353"/>
              <a:gd name="T45" fmla="*/ 3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3" h="305">
                <a:moveTo>
                  <a:pt x="149" y="125"/>
                </a:moveTo>
                <a:lnTo>
                  <a:pt x="204" y="125"/>
                </a:lnTo>
                <a:lnTo>
                  <a:pt x="204" y="180"/>
                </a:lnTo>
                <a:lnTo>
                  <a:pt x="149" y="180"/>
                </a:lnTo>
                <a:lnTo>
                  <a:pt x="149" y="125"/>
                </a:lnTo>
                <a:close/>
                <a:moveTo>
                  <a:pt x="316" y="152"/>
                </a:moveTo>
                <a:lnTo>
                  <a:pt x="246" y="32"/>
                </a:lnTo>
                <a:lnTo>
                  <a:pt x="107" y="32"/>
                </a:lnTo>
                <a:lnTo>
                  <a:pt x="37" y="152"/>
                </a:lnTo>
                <a:lnTo>
                  <a:pt x="107" y="273"/>
                </a:lnTo>
                <a:lnTo>
                  <a:pt x="246" y="273"/>
                </a:lnTo>
                <a:lnTo>
                  <a:pt x="316" y="152"/>
                </a:lnTo>
                <a:close/>
                <a:moveTo>
                  <a:pt x="283" y="32"/>
                </a:moveTo>
                <a:lnTo>
                  <a:pt x="246" y="32"/>
                </a:lnTo>
                <a:lnTo>
                  <a:pt x="264" y="63"/>
                </a:lnTo>
                <a:lnTo>
                  <a:pt x="301" y="63"/>
                </a:lnTo>
                <a:lnTo>
                  <a:pt x="353" y="152"/>
                </a:lnTo>
                <a:lnTo>
                  <a:pt x="264" y="305"/>
                </a:lnTo>
                <a:lnTo>
                  <a:pt x="89" y="305"/>
                </a:lnTo>
                <a:lnTo>
                  <a:pt x="0" y="152"/>
                </a:lnTo>
                <a:lnTo>
                  <a:pt x="89" y="0"/>
                </a:lnTo>
                <a:lnTo>
                  <a:pt x="264" y="0"/>
                </a:lnTo>
                <a:lnTo>
                  <a:pt x="283" y="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0" name="13-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83F1C888-2A9D-4985-901B-D54B7354BAA1}"/>
              </a:ext>
            </a:extLst>
          </p:cNvPr>
          <p:cNvSpPr>
            <a:spLocks noEditPoints="1"/>
          </p:cNvSpPr>
          <p:nvPr/>
        </p:nvSpPr>
        <p:spPr bwMode="auto">
          <a:xfrm>
            <a:off x="9214072" y="1989615"/>
            <a:ext cx="318147" cy="324938"/>
          </a:xfrm>
          <a:custGeom>
            <a:avLst/>
            <a:gdLst>
              <a:gd name="T0" fmla="*/ 165 w 328"/>
              <a:gd name="T1" fmla="*/ 82 h 335"/>
              <a:gd name="T2" fmla="*/ 83 w 328"/>
              <a:gd name="T3" fmla="*/ 165 h 335"/>
              <a:gd name="T4" fmla="*/ 0 w 328"/>
              <a:gd name="T5" fmla="*/ 82 h 335"/>
              <a:gd name="T6" fmla="*/ 83 w 328"/>
              <a:gd name="T7" fmla="*/ 0 h 335"/>
              <a:gd name="T8" fmla="*/ 165 w 328"/>
              <a:gd name="T9" fmla="*/ 82 h 335"/>
              <a:gd name="T10" fmla="*/ 44 w 328"/>
              <a:gd name="T11" fmla="*/ 82 h 335"/>
              <a:gd name="T12" fmla="*/ 83 w 328"/>
              <a:gd name="T13" fmla="*/ 121 h 335"/>
              <a:gd name="T14" fmla="*/ 121 w 328"/>
              <a:gd name="T15" fmla="*/ 82 h 335"/>
              <a:gd name="T16" fmla="*/ 83 w 328"/>
              <a:gd name="T17" fmla="*/ 44 h 335"/>
              <a:gd name="T18" fmla="*/ 44 w 328"/>
              <a:gd name="T19" fmla="*/ 82 h 335"/>
              <a:gd name="T20" fmla="*/ 44 w 328"/>
              <a:gd name="T21" fmla="*/ 82 h 335"/>
              <a:gd name="T22" fmla="*/ 328 w 328"/>
              <a:gd name="T23" fmla="*/ 203 h 335"/>
              <a:gd name="T24" fmla="*/ 328 w 328"/>
              <a:gd name="T25" fmla="*/ 335 h 335"/>
              <a:gd name="T26" fmla="*/ 196 w 328"/>
              <a:gd name="T27" fmla="*/ 335 h 335"/>
              <a:gd name="T28" fmla="*/ 196 w 328"/>
              <a:gd name="T29" fmla="*/ 203 h 335"/>
              <a:gd name="T30" fmla="*/ 328 w 328"/>
              <a:gd name="T31" fmla="*/ 203 h 335"/>
              <a:gd name="T32" fmla="*/ 328 w 328"/>
              <a:gd name="T33" fmla="*/ 203 h 335"/>
              <a:gd name="T34" fmla="*/ 227 w 328"/>
              <a:gd name="T35" fmla="*/ 234 h 335"/>
              <a:gd name="T36" fmla="*/ 227 w 328"/>
              <a:gd name="T37" fmla="*/ 304 h 335"/>
              <a:gd name="T38" fmla="*/ 297 w 328"/>
              <a:gd name="T39" fmla="*/ 304 h 335"/>
              <a:gd name="T40" fmla="*/ 297 w 328"/>
              <a:gd name="T41" fmla="*/ 234 h 335"/>
              <a:gd name="T42" fmla="*/ 227 w 328"/>
              <a:gd name="T43" fmla="*/ 234 h 335"/>
              <a:gd name="T44" fmla="*/ 149 w 328"/>
              <a:gd name="T45" fmla="*/ 203 h 335"/>
              <a:gd name="T46" fmla="*/ 149 w 328"/>
              <a:gd name="T47" fmla="*/ 335 h 335"/>
              <a:gd name="T48" fmla="*/ 17 w 328"/>
              <a:gd name="T49" fmla="*/ 335 h 335"/>
              <a:gd name="T50" fmla="*/ 17 w 328"/>
              <a:gd name="T51" fmla="*/ 203 h 335"/>
              <a:gd name="T52" fmla="*/ 149 w 328"/>
              <a:gd name="T53" fmla="*/ 203 h 335"/>
              <a:gd name="T54" fmla="*/ 149 w 328"/>
              <a:gd name="T55" fmla="*/ 203 h 335"/>
              <a:gd name="T56" fmla="*/ 48 w 328"/>
              <a:gd name="T57" fmla="*/ 234 h 335"/>
              <a:gd name="T58" fmla="*/ 48 w 328"/>
              <a:gd name="T59" fmla="*/ 304 h 335"/>
              <a:gd name="T60" fmla="*/ 118 w 328"/>
              <a:gd name="T61" fmla="*/ 304 h 335"/>
              <a:gd name="T62" fmla="*/ 118 w 328"/>
              <a:gd name="T63" fmla="*/ 234 h 335"/>
              <a:gd name="T64" fmla="*/ 48 w 328"/>
              <a:gd name="T65" fmla="*/ 234 h 335"/>
              <a:gd name="T66" fmla="*/ 328 w 328"/>
              <a:gd name="T67" fmla="*/ 24 h 335"/>
              <a:gd name="T68" fmla="*/ 328 w 328"/>
              <a:gd name="T69" fmla="*/ 156 h 335"/>
              <a:gd name="T70" fmla="*/ 196 w 328"/>
              <a:gd name="T71" fmla="*/ 156 h 335"/>
              <a:gd name="T72" fmla="*/ 196 w 328"/>
              <a:gd name="T73" fmla="*/ 24 h 335"/>
              <a:gd name="T74" fmla="*/ 328 w 328"/>
              <a:gd name="T75" fmla="*/ 24 h 335"/>
              <a:gd name="T76" fmla="*/ 328 w 328"/>
              <a:gd name="T77" fmla="*/ 24 h 335"/>
              <a:gd name="T78" fmla="*/ 227 w 328"/>
              <a:gd name="T79" fmla="*/ 55 h 335"/>
              <a:gd name="T80" fmla="*/ 227 w 328"/>
              <a:gd name="T81" fmla="*/ 125 h 335"/>
              <a:gd name="T82" fmla="*/ 297 w 328"/>
              <a:gd name="T83" fmla="*/ 125 h 335"/>
              <a:gd name="T84" fmla="*/ 297 w 328"/>
              <a:gd name="T85" fmla="*/ 55 h 335"/>
              <a:gd name="T86" fmla="*/ 227 w 328"/>
              <a:gd name="T87" fmla="*/ 55 h 335"/>
              <a:gd name="T88" fmla="*/ 227 w 328"/>
              <a:gd name="T89" fmla="*/ 5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8" h="335">
                <a:moveTo>
                  <a:pt x="165" y="82"/>
                </a:moveTo>
                <a:lnTo>
                  <a:pt x="83" y="165"/>
                </a:lnTo>
                <a:lnTo>
                  <a:pt x="0" y="82"/>
                </a:lnTo>
                <a:lnTo>
                  <a:pt x="83" y="0"/>
                </a:lnTo>
                <a:lnTo>
                  <a:pt x="165" y="82"/>
                </a:lnTo>
                <a:close/>
                <a:moveTo>
                  <a:pt x="44" y="82"/>
                </a:moveTo>
                <a:lnTo>
                  <a:pt x="83" y="121"/>
                </a:lnTo>
                <a:lnTo>
                  <a:pt x="121" y="82"/>
                </a:lnTo>
                <a:lnTo>
                  <a:pt x="83" y="44"/>
                </a:lnTo>
                <a:lnTo>
                  <a:pt x="44" y="82"/>
                </a:lnTo>
                <a:lnTo>
                  <a:pt x="44" y="82"/>
                </a:lnTo>
                <a:close/>
                <a:moveTo>
                  <a:pt x="328" y="203"/>
                </a:moveTo>
                <a:lnTo>
                  <a:pt x="328" y="335"/>
                </a:lnTo>
                <a:lnTo>
                  <a:pt x="196" y="335"/>
                </a:lnTo>
                <a:lnTo>
                  <a:pt x="196" y="203"/>
                </a:lnTo>
                <a:lnTo>
                  <a:pt x="328" y="203"/>
                </a:lnTo>
                <a:lnTo>
                  <a:pt x="328" y="203"/>
                </a:lnTo>
                <a:close/>
                <a:moveTo>
                  <a:pt x="227" y="234"/>
                </a:moveTo>
                <a:lnTo>
                  <a:pt x="227" y="304"/>
                </a:lnTo>
                <a:lnTo>
                  <a:pt x="297" y="304"/>
                </a:lnTo>
                <a:lnTo>
                  <a:pt x="297" y="234"/>
                </a:lnTo>
                <a:lnTo>
                  <a:pt x="227" y="234"/>
                </a:lnTo>
                <a:close/>
                <a:moveTo>
                  <a:pt x="149" y="203"/>
                </a:moveTo>
                <a:lnTo>
                  <a:pt x="149" y="335"/>
                </a:lnTo>
                <a:lnTo>
                  <a:pt x="17" y="335"/>
                </a:lnTo>
                <a:lnTo>
                  <a:pt x="17" y="203"/>
                </a:lnTo>
                <a:lnTo>
                  <a:pt x="149" y="203"/>
                </a:lnTo>
                <a:lnTo>
                  <a:pt x="149" y="203"/>
                </a:lnTo>
                <a:close/>
                <a:moveTo>
                  <a:pt x="48" y="234"/>
                </a:moveTo>
                <a:lnTo>
                  <a:pt x="48" y="304"/>
                </a:lnTo>
                <a:lnTo>
                  <a:pt x="118" y="304"/>
                </a:lnTo>
                <a:lnTo>
                  <a:pt x="118" y="234"/>
                </a:lnTo>
                <a:lnTo>
                  <a:pt x="48" y="234"/>
                </a:lnTo>
                <a:close/>
                <a:moveTo>
                  <a:pt x="328" y="24"/>
                </a:moveTo>
                <a:lnTo>
                  <a:pt x="328" y="156"/>
                </a:lnTo>
                <a:lnTo>
                  <a:pt x="196" y="156"/>
                </a:lnTo>
                <a:lnTo>
                  <a:pt x="196" y="24"/>
                </a:lnTo>
                <a:lnTo>
                  <a:pt x="328" y="24"/>
                </a:lnTo>
                <a:lnTo>
                  <a:pt x="328" y="24"/>
                </a:lnTo>
                <a:close/>
                <a:moveTo>
                  <a:pt x="227" y="55"/>
                </a:moveTo>
                <a:lnTo>
                  <a:pt x="227" y="125"/>
                </a:lnTo>
                <a:lnTo>
                  <a:pt x="297" y="125"/>
                </a:lnTo>
                <a:lnTo>
                  <a:pt x="297" y="55"/>
                </a:lnTo>
                <a:lnTo>
                  <a:pt x="227" y="55"/>
                </a:lnTo>
                <a:lnTo>
                  <a:pt x="227" y="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21" name="14-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7FC229FB-04B3-4EFB-B6CA-F354909B50C5}"/>
              </a:ext>
            </a:extLst>
          </p:cNvPr>
          <p:cNvSpPr/>
          <p:nvPr/>
        </p:nvSpPr>
        <p:spPr>
          <a:xfrm>
            <a:off x="747651" y="960763"/>
            <a:ext cx="4266765" cy="5874237"/>
          </a:xfrm>
          <a:prstGeom prst="rect">
            <a:avLst/>
          </a:prstGeom>
        </p:spPr>
        <p:txBody>
          <a:bodyPr wrap="square">
            <a:spAutoFit/>
          </a:bodyPr>
          <a:lstStyle/>
          <a:p>
            <a:pPr marL="171450" indent="-171450" algn="just">
              <a:lnSpc>
                <a:spcPct val="150000"/>
              </a:lnSpc>
              <a:buFont typeface="Arial" panose="020B0604020202020204" pitchFamily="34" charset="0"/>
              <a:buChar char="•"/>
              <a:defRPr/>
            </a:pPr>
            <a:r>
              <a:rPr lang="en-US" sz="1200" dirty="0">
                <a:solidFill>
                  <a:schemeClr val="bg1"/>
                </a:solidFill>
              </a:rPr>
              <a:t>The system takes scanned or photographed OMR images, determines where each bubble should appear using a geometric template and optional perspective calibration, and extracts small image regions around every option. A convolutional neural network built with transfer learning on a lightweight backbone (such as MobileNetV2) then classifies whether each bubble is marked, which is more robust than relying only on simple pixel counts. The predicted answers are compared against a CSV answer key matched by </a:t>
            </a:r>
            <a:r>
              <a:rPr lang="en-US" sz="1200" dirty="0" err="1">
                <a:solidFill>
                  <a:schemeClr val="bg1"/>
                </a:solidFill>
              </a:rPr>
              <a:t>Image_ID</a:t>
            </a:r>
            <a:r>
              <a:rPr lang="en-US" sz="1200" dirty="0">
                <a:solidFill>
                  <a:schemeClr val="bg1"/>
                </a:solidFill>
              </a:rPr>
              <a:t>, and the tool reports accuracy, marks, confidence, and flags for ambiguous cases (for example multiple marks or low confidence). Supporting scripts handle training and batch evaluation, while a </a:t>
            </a:r>
            <a:r>
              <a:rPr lang="en-US" sz="1200" dirty="0" err="1">
                <a:solidFill>
                  <a:schemeClr val="bg1"/>
                </a:solidFill>
              </a:rPr>
              <a:t>Streamlit</a:t>
            </a:r>
            <a:r>
              <a:rPr lang="en-US" sz="1200" dirty="0">
                <a:solidFill>
                  <a:schemeClr val="bg1"/>
                </a:solidFill>
              </a:rPr>
              <a:t> web interface provides an interactive way to upload sheets, inspect results, and download outputs. Together, these pieces show how classical OpenCV-based processing and modern deep learning can be combined into a complete, practical tool for automated objective grading.</a:t>
            </a:r>
            <a:endParaRPr kumimoji="0" lang="zh-CN" altLang="en-US" sz="1200" i="0" u="none" strike="noStrike" kern="1200" cap="none" spc="0" normalizeH="0" baseline="0" noProof="0" dirty="0">
              <a:ln>
                <a:noFill/>
              </a:ln>
              <a:solidFill>
                <a:schemeClr val="bg1"/>
              </a:solidFill>
              <a:effectLst/>
              <a:uLnTx/>
              <a:uFillTx/>
              <a:cs typeface="+mn-ea"/>
              <a:sym typeface="+mn-lt"/>
            </a:endParaRPr>
          </a:p>
        </p:txBody>
      </p:sp>
      <p:sp>
        <p:nvSpPr>
          <p:cNvPr id="122" name="15-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FE1914E9-40BF-43CB-B424-094FCA17AA23}"/>
              </a:ext>
            </a:extLst>
          </p:cNvPr>
          <p:cNvSpPr/>
          <p:nvPr/>
        </p:nvSpPr>
        <p:spPr>
          <a:xfrm>
            <a:off x="886163" y="2632072"/>
            <a:ext cx="181822" cy="493982"/>
          </a:xfrm>
          <a:prstGeom prst="rect">
            <a:avLst/>
          </a:prstGeom>
        </p:spPr>
        <p:txBody>
          <a:bodyPr wrap="none" lIns="90000" tIns="46800" rIns="90000" bIns="4680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prstClr val="white"/>
              </a:solidFill>
              <a:effectLst/>
              <a:uLnTx/>
              <a:uFillTx/>
              <a:latin typeface="+mj-lt"/>
              <a:ea typeface="+mj-ea"/>
              <a:cs typeface="+mn-ea"/>
              <a:sym typeface="+mn-lt"/>
            </a:endParaRPr>
          </a:p>
        </p:txBody>
      </p:sp>
      <p:grpSp>
        <p:nvGrpSpPr>
          <p:cNvPr id="12" name="Group 11">
            <a:extLst>
              <a:ext uri="{FF2B5EF4-FFF2-40B4-BE49-F238E27FC236}">
                <a16:creationId xmlns:a16="http://schemas.microsoft.com/office/drawing/2014/main" id="{E64DBE59-41BF-5CCC-4DE8-7B3C067179FC}"/>
              </a:ext>
            </a:extLst>
          </p:cNvPr>
          <p:cNvGrpSpPr/>
          <p:nvPr/>
        </p:nvGrpSpPr>
        <p:grpSpPr>
          <a:xfrm>
            <a:off x="4904450" y="754738"/>
            <a:ext cx="2116973" cy="1877334"/>
            <a:chOff x="3051596" y="1146409"/>
            <a:chExt cx="2116973" cy="1877334"/>
          </a:xfrm>
        </p:grpSpPr>
        <p:grpSp>
          <p:nvGrpSpPr>
            <p:cNvPr id="31" name="1-Group">
              <a:extLst>
                <a:ext uri="{FF2B5EF4-FFF2-40B4-BE49-F238E27FC236}">
                  <a16:creationId xmlns:a16="http://schemas.microsoft.com/office/drawing/2014/main" id="{12E63716-C5A2-4D6C-A06B-DBAD3DCDAFFC}"/>
                </a:ext>
              </a:extLst>
            </p:cNvPr>
            <p:cNvGrpSpPr/>
            <p:nvPr/>
          </p:nvGrpSpPr>
          <p:grpSpPr>
            <a:xfrm>
              <a:off x="3051596" y="1146409"/>
              <a:ext cx="2116973" cy="1877334"/>
              <a:chOff x="3307921" y="1137802"/>
              <a:chExt cx="2116973" cy="1877334"/>
            </a:xfrm>
          </p:grpSpPr>
          <p:pic>
            <p:nvPicPr>
              <p:cNvPr id="131" name="1-1-Picture">
                <a:extLst>
                  <a:ext uri="{FF2B5EF4-FFF2-40B4-BE49-F238E27FC236}">
                    <a16:creationId xmlns:a16="http://schemas.microsoft.com/office/drawing/2014/main" id="{22D3DE93-872C-4B39-BE5C-F80392FB251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65988" y="1432222"/>
                <a:ext cx="1223112" cy="1223112"/>
              </a:xfrm>
              <a:prstGeom prst="rect">
                <a:avLst/>
              </a:prstGeom>
              <a:effectLst/>
            </p:spPr>
          </p:pic>
          <p:pic>
            <p:nvPicPr>
              <p:cNvPr id="132" name="1-2-Picture">
                <a:extLst>
                  <a:ext uri="{FF2B5EF4-FFF2-40B4-BE49-F238E27FC236}">
                    <a16:creationId xmlns:a16="http://schemas.microsoft.com/office/drawing/2014/main" id="{B75C3F7C-4A4C-4139-83F3-609879B417A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1590" t="36296" r="38326" b="21590"/>
              <a:stretch/>
            </p:blipFill>
            <p:spPr>
              <a:xfrm rot="6633095">
                <a:off x="4223524" y="1813766"/>
                <a:ext cx="1396790" cy="1005950"/>
              </a:xfrm>
              <a:prstGeom prst="rect">
                <a:avLst/>
              </a:prstGeom>
              <a:effectLst>
                <a:softEdge rad="241300"/>
              </a:effectLst>
            </p:spPr>
          </p:pic>
          <p:pic>
            <p:nvPicPr>
              <p:cNvPr id="138" name="1-3-Picture">
                <a:extLst>
                  <a:ext uri="{FF2B5EF4-FFF2-40B4-BE49-F238E27FC236}">
                    <a16:creationId xmlns:a16="http://schemas.microsoft.com/office/drawing/2014/main" id="{9F748D50-BF10-4478-9B59-C8335E80E394}"/>
                  </a:ext>
                </a:extLst>
              </p:cNvPr>
              <p:cNvPicPr>
                <a:picLocks noChangeAspect="1"/>
              </p:cNvPicPr>
              <p:nvPr/>
            </p:nvPicPr>
            <p:blipFill rotWithShape="1">
              <a:blip r:embed="rId6" cstate="print">
                <a:duotone>
                  <a:schemeClr val="accent2">
                    <a:shade val="45000"/>
                    <a:satMod val="135000"/>
                  </a:schemeClr>
                  <a:prstClr val="white"/>
                </a:duotone>
                <a:extLst>
                  <a:ext uri="{28A0092B-C50C-407E-A947-70E740481C1C}">
                    <a14:useLocalDpi xmlns:a14="http://schemas.microsoft.com/office/drawing/2010/main" val="0"/>
                  </a:ext>
                </a:extLst>
              </a:blip>
              <a:srcRect l="21590" t="36296" r="38326" b="21590"/>
              <a:stretch/>
            </p:blipFill>
            <p:spPr>
              <a:xfrm rot="17591385" flipH="1">
                <a:off x="3112501" y="1333222"/>
                <a:ext cx="1396790" cy="1005950"/>
              </a:xfrm>
              <a:prstGeom prst="rect">
                <a:avLst/>
              </a:prstGeom>
              <a:effectLst>
                <a:softEdge rad="241300"/>
              </a:effectLst>
            </p:spPr>
          </p:pic>
        </p:grpSp>
        <p:sp>
          <p:nvSpPr>
            <p:cNvPr id="130" name="2-TextBox" descr="e7d195523061f1c0d3ba7f298e59d031c9c3f97027ed136f882110EF8F17BAD1F2C348D17C7856EF46CB4678CC9E44EE1ABA681E3133328A7B4D22AAF822B2429426B2355AA8CC4431B8568D2CF3B73AD08403A4B17CA880E8865C9C6D3802D006DA3360BA584FF628E1E3CF9FB2597BEC16D224082E85C44CEE234FC09154B4FE323ED5930D6221">
              <a:extLst>
                <a:ext uri="{FF2B5EF4-FFF2-40B4-BE49-F238E27FC236}">
                  <a16:creationId xmlns:a16="http://schemas.microsoft.com/office/drawing/2014/main" id="{692AC6D2-B7A0-4044-9C36-9A17E8F33F5B}"/>
                </a:ext>
              </a:extLst>
            </p:cNvPr>
            <p:cNvSpPr txBox="1"/>
            <p:nvPr/>
          </p:nvSpPr>
          <p:spPr>
            <a:xfrm>
              <a:off x="4030307" y="1729220"/>
              <a:ext cx="181821" cy="525401"/>
            </a:xfrm>
            <a:prstGeom prst="rect">
              <a:avLst/>
            </a:prstGeom>
            <a:noFill/>
          </p:spPr>
          <p:txBody>
            <a:bodyPr wrap="none" lIns="90000" tIns="46800" rIns="90000" bIns="468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white"/>
                </a:solidFill>
                <a:effectLst/>
                <a:uLnTx/>
                <a:uFillTx/>
                <a:latin typeface="+mj-lt"/>
                <a:ea typeface="+mj-ea"/>
                <a:cs typeface="+mn-ea"/>
                <a:sym typeface="+mn-lt"/>
              </a:endParaRPr>
            </a:p>
          </p:txBody>
        </p:sp>
      </p:grpSp>
    </p:spTree>
    <p:extLst>
      <p:ext uri="{BB962C8B-B14F-4D97-AF65-F5344CB8AC3E}">
        <p14:creationId xmlns:p14="http://schemas.microsoft.com/office/powerpoint/2010/main" val="2162884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par>
                                <p:cTn id="8" presetID="6" presetClass="emph" presetSubtype="0" decel="50000" fill="hold" nodeType="withEffect">
                                  <p:stCondLst>
                                    <p:cond delay="1000"/>
                                  </p:stCondLst>
                                  <p:childTnLst>
                                    <p:animScale>
                                      <p:cBhvr>
                                        <p:cTn id="9" dur="1250" fill="hold"/>
                                        <p:tgtEl>
                                          <p:spTgt spid="3"/>
                                        </p:tgtEl>
                                      </p:cBhvr>
                                      <p:by x="150000" y="150000"/>
                                      <p:from x="70000" y="70000"/>
                                      <p:to x="100000" y="100000"/>
                                    </p:animScale>
                                  </p:childTnLst>
                                </p:cTn>
                              </p:par>
                              <p:par>
                                <p:cTn id="10" presetID="8" presetClass="emph" presetSubtype="0" fill="hold" nodeType="withEffect">
                                  <p:stCondLst>
                                    <p:cond delay="1800"/>
                                  </p:stCondLst>
                                  <p:childTnLst>
                                    <p:animRot by="5400000">
                                      <p:cBhvr>
                                        <p:cTn id="11" dur="1200" fill="hold"/>
                                        <p:tgtEl>
                                          <p:spTgt spid="3"/>
                                        </p:tgtEl>
                                        <p:attrNameLst>
                                          <p:attrName>r</p:attrName>
                                        </p:attrNameLst>
                                      </p:cBhvr>
                                    </p:animRot>
                                  </p:childTnLst>
                                </p:cTn>
                              </p:par>
                              <p:par>
                                <p:cTn id="12" presetID="10" presetClass="entr" presetSubtype="0" fill="hold" nodeType="withEffect">
                                  <p:stCondLst>
                                    <p:cond delay="1800"/>
                                  </p:stCondLst>
                                  <p:childTnLst>
                                    <p:set>
                                      <p:cBhvr>
                                        <p:cTn id="13" dur="1" fill="hold">
                                          <p:stCondLst>
                                            <p:cond delay="0"/>
                                          </p:stCondLst>
                                        </p:cTn>
                                        <p:tgtEl>
                                          <p:spTgt spid="105"/>
                                        </p:tgtEl>
                                        <p:attrNameLst>
                                          <p:attrName>style.visibility</p:attrName>
                                        </p:attrNameLst>
                                      </p:cBhvr>
                                      <p:to>
                                        <p:strVal val="visible"/>
                                      </p:to>
                                    </p:set>
                                    <p:animEffect transition="in" filter="fade">
                                      <p:cBhvr>
                                        <p:cTn id="14" dur="500"/>
                                        <p:tgtEl>
                                          <p:spTgt spid="105"/>
                                        </p:tgtEl>
                                      </p:cBhvr>
                                    </p:animEffect>
                                  </p:childTnLst>
                                </p:cTn>
                              </p:par>
                              <p:par>
                                <p:cTn id="15" presetID="0" presetClass="path" presetSubtype="0" decel="50000" fill="hold" nodeType="withEffect">
                                  <p:stCondLst>
                                    <p:cond delay="1800"/>
                                  </p:stCondLst>
                                  <p:childTnLst>
                                    <p:animMotion origin="layout" path="M -0.03437 0.17222 C -0.0319 0.14722 -0.02487 0.11527 -0.02083 0.08865 C -0.01484 0.05764 -0.01041 0.03819 -3.33333E-6 0.00092 " pathEditMode="relative" rAng="0" ptsTypes="AAA">
                                      <p:cBhvr>
                                        <p:cTn id="16" dur="1000" fill="hold"/>
                                        <p:tgtEl>
                                          <p:spTgt spid="105"/>
                                        </p:tgtEl>
                                        <p:attrNameLst>
                                          <p:attrName>ppt_x</p:attrName>
                                          <p:attrName>ppt_y</p:attrName>
                                        </p:attrNameLst>
                                      </p:cBhvr>
                                      <p:rCtr x="1719" y="-8565"/>
                                    </p:animMotion>
                                  </p:childTnLst>
                                </p:cTn>
                              </p:par>
                              <p:par>
                                <p:cTn id="17" presetID="10" presetClass="entr" presetSubtype="0" fill="hold" nodeType="withEffect">
                                  <p:stCondLst>
                                    <p:cond delay="1800"/>
                                  </p:stCondLst>
                                  <p:childTnLst>
                                    <p:set>
                                      <p:cBhvr>
                                        <p:cTn id="18" dur="1" fill="hold">
                                          <p:stCondLst>
                                            <p:cond delay="0"/>
                                          </p:stCondLst>
                                        </p:cTn>
                                        <p:tgtEl>
                                          <p:spTgt spid="108"/>
                                        </p:tgtEl>
                                        <p:attrNameLst>
                                          <p:attrName>style.visibility</p:attrName>
                                        </p:attrNameLst>
                                      </p:cBhvr>
                                      <p:to>
                                        <p:strVal val="visible"/>
                                      </p:to>
                                    </p:set>
                                    <p:animEffect transition="in" filter="fade">
                                      <p:cBhvr>
                                        <p:cTn id="19" dur="500"/>
                                        <p:tgtEl>
                                          <p:spTgt spid="108"/>
                                        </p:tgtEl>
                                      </p:cBhvr>
                                    </p:animEffect>
                                  </p:childTnLst>
                                </p:cTn>
                              </p:par>
                              <p:par>
                                <p:cTn id="20" presetID="0" presetClass="path" presetSubtype="0" decel="50000" fill="hold" nodeType="withEffect">
                                  <p:stCondLst>
                                    <p:cond delay="1800"/>
                                  </p:stCondLst>
                                  <p:childTnLst>
                                    <p:animMotion origin="layout" path="M -0.13138 0.39189 C -0.1224 0.32662 -0.10742 0.25231 -0.08867 0.19213 C -0.06628 0.12199 -0.03906 0.06921 1.11022E-16 0.00092 " pathEditMode="relative" rAng="0" ptsTypes="AAA">
                                      <p:cBhvr>
                                        <p:cTn id="21" dur="1000" fill="hold"/>
                                        <p:tgtEl>
                                          <p:spTgt spid="108"/>
                                        </p:tgtEl>
                                        <p:attrNameLst>
                                          <p:attrName>ppt_x</p:attrName>
                                          <p:attrName>ppt_y</p:attrName>
                                        </p:attrNameLst>
                                      </p:cBhvr>
                                      <p:rCtr x="6562" y="-19560"/>
                                    </p:animMotion>
                                  </p:childTnLst>
                                </p:cTn>
                              </p:par>
                              <p:par>
                                <p:cTn id="22" presetID="10" presetClass="entr" presetSubtype="0" fill="hold" nodeType="withEffect">
                                  <p:stCondLst>
                                    <p:cond delay="1800"/>
                                  </p:stCondLst>
                                  <p:childTnLst>
                                    <p:set>
                                      <p:cBhvr>
                                        <p:cTn id="23" dur="1" fill="hold">
                                          <p:stCondLst>
                                            <p:cond delay="0"/>
                                          </p:stCondLst>
                                        </p:cTn>
                                        <p:tgtEl>
                                          <p:spTgt spid="111"/>
                                        </p:tgtEl>
                                        <p:attrNameLst>
                                          <p:attrName>style.visibility</p:attrName>
                                        </p:attrNameLst>
                                      </p:cBhvr>
                                      <p:to>
                                        <p:strVal val="visible"/>
                                      </p:to>
                                    </p:set>
                                    <p:animEffect transition="in" filter="fade">
                                      <p:cBhvr>
                                        <p:cTn id="24" dur="500"/>
                                        <p:tgtEl>
                                          <p:spTgt spid="111"/>
                                        </p:tgtEl>
                                      </p:cBhvr>
                                    </p:animEffect>
                                  </p:childTnLst>
                                </p:cTn>
                              </p:par>
                              <p:par>
                                <p:cTn id="25" presetID="0" presetClass="path" presetSubtype="0" decel="50000" fill="hold" nodeType="withEffect">
                                  <p:stCondLst>
                                    <p:cond delay="1800"/>
                                  </p:stCondLst>
                                  <p:childTnLst>
                                    <p:animMotion origin="layout" path="M -0.27409 0.52708 C -0.26706 0.46204 -0.2431 0.33519 -0.20391 0.25394 C -0.15899 0.15486 -0.11628 0.0669 1.66667E-6 0.00093 " pathEditMode="relative" rAng="0" ptsTypes="AAA">
                                      <p:cBhvr>
                                        <p:cTn id="26" dur="1000" fill="hold"/>
                                        <p:tgtEl>
                                          <p:spTgt spid="111"/>
                                        </p:tgtEl>
                                        <p:attrNameLst>
                                          <p:attrName>ppt_x</p:attrName>
                                          <p:attrName>ppt_y</p:attrName>
                                        </p:attrNameLst>
                                      </p:cBhvr>
                                      <p:rCtr x="13698" y="-26319"/>
                                    </p:animMotion>
                                  </p:childTnLst>
                                </p:cTn>
                              </p:par>
                              <p:par>
                                <p:cTn id="27" presetID="10" presetClass="entr" presetSubtype="0" fill="hold" grpId="0" nodeType="withEffect">
                                  <p:stCondLst>
                                    <p:cond delay="1800"/>
                                  </p:stCondLst>
                                  <p:childTnLst>
                                    <p:set>
                                      <p:cBhvr>
                                        <p:cTn id="28" dur="1" fill="hold">
                                          <p:stCondLst>
                                            <p:cond delay="0"/>
                                          </p:stCondLst>
                                        </p:cTn>
                                        <p:tgtEl>
                                          <p:spTgt spid="119"/>
                                        </p:tgtEl>
                                        <p:attrNameLst>
                                          <p:attrName>style.visibility</p:attrName>
                                        </p:attrNameLst>
                                      </p:cBhvr>
                                      <p:to>
                                        <p:strVal val="visible"/>
                                      </p:to>
                                    </p:set>
                                    <p:animEffect transition="in" filter="fade">
                                      <p:cBhvr>
                                        <p:cTn id="29" dur="500"/>
                                        <p:tgtEl>
                                          <p:spTgt spid="119"/>
                                        </p:tgtEl>
                                      </p:cBhvr>
                                    </p:animEffect>
                                  </p:childTnLst>
                                </p:cTn>
                              </p:par>
                              <p:par>
                                <p:cTn id="30" presetID="0" presetClass="path" presetSubtype="0" decel="50000" fill="hold" grpId="1" nodeType="withEffect">
                                  <p:stCondLst>
                                    <p:cond delay="1800"/>
                                  </p:stCondLst>
                                  <p:childTnLst>
                                    <p:animMotion origin="layout" path="M -0.03437 0.17222 C -0.0319 0.14722 -0.02487 0.11527 -0.02083 0.08865 C -0.01484 0.05764 -0.01041 0.03819 -3.33333E-6 0.00092 " pathEditMode="relative" rAng="0" ptsTypes="AAA">
                                      <p:cBhvr>
                                        <p:cTn id="31" dur="1000" fill="hold"/>
                                        <p:tgtEl>
                                          <p:spTgt spid="119"/>
                                        </p:tgtEl>
                                        <p:attrNameLst>
                                          <p:attrName>ppt_x</p:attrName>
                                          <p:attrName>ppt_y</p:attrName>
                                        </p:attrNameLst>
                                      </p:cBhvr>
                                      <p:rCtr x="1719" y="-8565"/>
                                    </p:animMotion>
                                  </p:childTnLst>
                                </p:cTn>
                              </p:par>
                              <p:par>
                                <p:cTn id="32" presetID="10" presetClass="entr" presetSubtype="0" fill="hold" grpId="0" nodeType="withEffect">
                                  <p:stCondLst>
                                    <p:cond delay="1800"/>
                                  </p:stCondLst>
                                  <p:childTnLst>
                                    <p:set>
                                      <p:cBhvr>
                                        <p:cTn id="33" dur="1" fill="hold">
                                          <p:stCondLst>
                                            <p:cond delay="0"/>
                                          </p:stCondLst>
                                        </p:cTn>
                                        <p:tgtEl>
                                          <p:spTgt spid="118"/>
                                        </p:tgtEl>
                                        <p:attrNameLst>
                                          <p:attrName>style.visibility</p:attrName>
                                        </p:attrNameLst>
                                      </p:cBhvr>
                                      <p:to>
                                        <p:strVal val="visible"/>
                                      </p:to>
                                    </p:set>
                                    <p:animEffect transition="in" filter="fade">
                                      <p:cBhvr>
                                        <p:cTn id="34" dur="500"/>
                                        <p:tgtEl>
                                          <p:spTgt spid="118"/>
                                        </p:tgtEl>
                                      </p:cBhvr>
                                    </p:animEffect>
                                  </p:childTnLst>
                                </p:cTn>
                              </p:par>
                              <p:par>
                                <p:cTn id="35" presetID="0" presetClass="path" presetSubtype="0" decel="50000" fill="hold" grpId="1" nodeType="withEffect">
                                  <p:stCondLst>
                                    <p:cond delay="1800"/>
                                  </p:stCondLst>
                                  <p:childTnLst>
                                    <p:animMotion origin="layout" path="M -0.13138 0.39189 C -0.1224 0.32662 -0.10742 0.25231 -0.08867 0.19213 C -0.06628 0.12199 -0.03906 0.06921 1.11022E-16 0.00092 " pathEditMode="relative" rAng="0" ptsTypes="AAA">
                                      <p:cBhvr>
                                        <p:cTn id="36" dur="1000" fill="hold"/>
                                        <p:tgtEl>
                                          <p:spTgt spid="118"/>
                                        </p:tgtEl>
                                        <p:attrNameLst>
                                          <p:attrName>ppt_x</p:attrName>
                                          <p:attrName>ppt_y</p:attrName>
                                        </p:attrNameLst>
                                      </p:cBhvr>
                                      <p:rCtr x="6562" y="-19560"/>
                                    </p:animMotion>
                                  </p:childTnLst>
                                </p:cTn>
                              </p:par>
                              <p:par>
                                <p:cTn id="37" presetID="10" presetClass="entr" presetSubtype="0" fill="hold" grpId="0" nodeType="withEffect">
                                  <p:stCondLst>
                                    <p:cond delay="1800"/>
                                  </p:stCondLst>
                                  <p:childTnLst>
                                    <p:set>
                                      <p:cBhvr>
                                        <p:cTn id="38" dur="1" fill="hold">
                                          <p:stCondLst>
                                            <p:cond delay="0"/>
                                          </p:stCondLst>
                                        </p:cTn>
                                        <p:tgtEl>
                                          <p:spTgt spid="120"/>
                                        </p:tgtEl>
                                        <p:attrNameLst>
                                          <p:attrName>style.visibility</p:attrName>
                                        </p:attrNameLst>
                                      </p:cBhvr>
                                      <p:to>
                                        <p:strVal val="visible"/>
                                      </p:to>
                                    </p:set>
                                    <p:animEffect transition="in" filter="fade">
                                      <p:cBhvr>
                                        <p:cTn id="39" dur="500"/>
                                        <p:tgtEl>
                                          <p:spTgt spid="120"/>
                                        </p:tgtEl>
                                      </p:cBhvr>
                                    </p:animEffect>
                                  </p:childTnLst>
                                </p:cTn>
                              </p:par>
                              <p:par>
                                <p:cTn id="40" presetID="0" presetClass="path" presetSubtype="0" decel="50000" fill="hold" grpId="1" nodeType="withEffect">
                                  <p:stCondLst>
                                    <p:cond delay="1800"/>
                                  </p:stCondLst>
                                  <p:childTnLst>
                                    <p:animMotion origin="layout" path="M -0.27409 0.52708 C -0.26706 0.46204 -0.2431 0.33519 -0.20391 0.25394 C -0.15899 0.15486 -0.11628 0.0669 1.66667E-6 0.00093 " pathEditMode="relative" rAng="0" ptsTypes="AAA">
                                      <p:cBhvr>
                                        <p:cTn id="41" dur="1000" fill="hold"/>
                                        <p:tgtEl>
                                          <p:spTgt spid="120"/>
                                        </p:tgtEl>
                                        <p:attrNameLst>
                                          <p:attrName>ppt_x</p:attrName>
                                          <p:attrName>ppt_y</p:attrName>
                                        </p:attrNameLst>
                                      </p:cBhvr>
                                      <p:rCtr x="13698" y="-26319"/>
                                    </p:animMotion>
                                  </p:childTnLst>
                                </p:cTn>
                              </p:par>
                              <p:par>
                                <p:cTn id="42" presetID="10" presetClass="entr" presetSubtype="0" fill="hold"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750"/>
                                        <p:tgtEl>
                                          <p:spTgt spid="4"/>
                                        </p:tgtEl>
                                      </p:cBhvr>
                                    </p:animEffect>
                                  </p:childTnLst>
                                </p:cTn>
                              </p:par>
                              <p:par>
                                <p:cTn id="45" presetID="42" presetClass="path" presetSubtype="0" decel="50667" fill="hold" nodeType="withEffect">
                                  <p:stCondLst>
                                    <p:cond delay="0"/>
                                  </p:stCondLst>
                                  <p:childTnLst>
                                    <p:animMotion origin="layout" path="M -2.70833E-6 -0.03982 L -2.70833E-6 0.14814 " pathEditMode="relative" rAng="0" ptsTypes="AA">
                                      <p:cBhvr>
                                        <p:cTn id="46" dur="750" spd="-100000" fill="hold"/>
                                        <p:tgtEl>
                                          <p:spTgt spid="4"/>
                                        </p:tgtEl>
                                        <p:attrNameLst>
                                          <p:attrName>ppt_x</p:attrName>
                                          <p:attrName>ppt_y</p:attrName>
                                        </p:attrNameLst>
                                      </p:cBhvr>
                                      <p:rCtr x="0" y="9398"/>
                                    </p:animMotion>
                                  </p:childTnLst>
                                </p:cTn>
                              </p:par>
                              <p:par>
                                <p:cTn id="47" presetID="42" presetClass="path" presetSubtype="0" decel="50667" fill="hold" nodeType="withEffect">
                                  <p:stCondLst>
                                    <p:cond delay="750"/>
                                  </p:stCondLst>
                                  <p:childTnLst>
                                    <p:animMotion origin="layout" path="M -2.70833E-6 -0.03982 L -2.70833E-6 4.44444E-6 " pathEditMode="relative" rAng="0" ptsTypes="AA">
                                      <p:cBhvr>
                                        <p:cTn id="48" dur="750" fill="hold"/>
                                        <p:tgtEl>
                                          <p:spTgt spid="4"/>
                                        </p:tgtEl>
                                        <p:attrNameLst>
                                          <p:attrName>ppt_x</p:attrName>
                                          <p:attrName>ppt_y</p:attrName>
                                        </p:attrNameLst>
                                      </p:cBhvr>
                                      <p:rCtr x="0" y="1991"/>
                                    </p:animMotion>
                                  </p:childTnLst>
                                </p:cTn>
                              </p:par>
                              <p:par>
                                <p:cTn id="49" presetID="10" presetClass="entr" presetSubtype="0" fill="hold" grpId="0" nodeType="withEffect" nodePh="1">
                                  <p:stCondLst>
                                    <p:cond delay="750"/>
                                  </p:stCondLst>
                                  <p:endCondLst>
                                    <p:cond evt="begin" delay="0">
                                      <p:tn val="49"/>
                                    </p:cond>
                                  </p:endCondLst>
                                  <p:childTnLst>
                                    <p:set>
                                      <p:cBhvr>
                                        <p:cTn id="50" dur="1" fill="hold">
                                          <p:stCondLst>
                                            <p:cond delay="0"/>
                                          </p:stCondLst>
                                        </p:cTn>
                                        <p:tgtEl>
                                          <p:spTgt spid="122"/>
                                        </p:tgtEl>
                                        <p:attrNameLst>
                                          <p:attrName>style.visibility</p:attrName>
                                        </p:attrNameLst>
                                      </p:cBhvr>
                                      <p:to>
                                        <p:strVal val="visible"/>
                                      </p:to>
                                    </p:set>
                                    <p:animEffect transition="in" filter="fade">
                                      <p:cBhvr>
                                        <p:cTn id="51" dur="750"/>
                                        <p:tgtEl>
                                          <p:spTgt spid="122"/>
                                        </p:tgtEl>
                                      </p:cBhvr>
                                    </p:animEffect>
                                  </p:childTnLst>
                                </p:cTn>
                              </p:par>
                              <p:par>
                                <p:cTn id="52" presetID="35" presetClass="path" presetSubtype="0" decel="50000" fill="hold" grpId="1" nodeType="withEffect" nodePh="1">
                                  <p:stCondLst>
                                    <p:cond delay="750"/>
                                  </p:stCondLst>
                                  <p:endCondLst>
                                    <p:cond evt="begin" delay="0">
                                      <p:tn val="52"/>
                                    </p:cond>
                                  </p:endCondLst>
                                  <p:childTnLst>
                                    <p:animMotion origin="layout" path="M 0.05403 4.07407E-6 L 1.875E-6 4.07407E-6 " pathEditMode="relative" rAng="0" ptsTypes="AA">
                                      <p:cBhvr>
                                        <p:cTn id="53" dur="750" fill="hold"/>
                                        <p:tgtEl>
                                          <p:spTgt spid="122"/>
                                        </p:tgtEl>
                                        <p:attrNameLst>
                                          <p:attrName>ppt_x</p:attrName>
                                          <p:attrName>ppt_y</p:attrName>
                                        </p:attrNameLst>
                                      </p:cBhvr>
                                      <p:rCtr x="-2708" y="0"/>
                                    </p:animMotion>
                                  </p:childTnLst>
                                </p:cTn>
                              </p:par>
                              <p:par>
                                <p:cTn id="54" presetID="10" presetClass="entr" presetSubtype="0" fill="hold" grpId="0" nodeType="withEffect">
                                  <p:stCondLst>
                                    <p:cond delay="1000"/>
                                  </p:stCondLst>
                                  <p:childTnLst>
                                    <p:set>
                                      <p:cBhvr>
                                        <p:cTn id="55" dur="1" fill="hold">
                                          <p:stCondLst>
                                            <p:cond delay="0"/>
                                          </p:stCondLst>
                                        </p:cTn>
                                        <p:tgtEl>
                                          <p:spTgt spid="121"/>
                                        </p:tgtEl>
                                        <p:attrNameLst>
                                          <p:attrName>style.visibility</p:attrName>
                                        </p:attrNameLst>
                                      </p:cBhvr>
                                      <p:to>
                                        <p:strVal val="visible"/>
                                      </p:to>
                                    </p:set>
                                    <p:animEffect transition="in" filter="fade">
                                      <p:cBhvr>
                                        <p:cTn id="56" dur="750"/>
                                        <p:tgtEl>
                                          <p:spTgt spid="121"/>
                                        </p:tgtEl>
                                      </p:cBhvr>
                                    </p:animEffect>
                                  </p:childTnLst>
                                </p:cTn>
                              </p:par>
                              <p:par>
                                <p:cTn id="57" presetID="10" presetClass="entr" presetSubtype="0"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750"/>
                                        <p:tgtEl>
                                          <p:spTgt spid="12"/>
                                        </p:tgtEl>
                                      </p:cBhvr>
                                    </p:animEffect>
                                  </p:childTnLst>
                                </p:cTn>
                              </p:par>
                              <p:par>
                                <p:cTn id="60" presetID="63" presetClass="path" presetSubtype="0" decel="50000" fill="hold" nodeType="withEffect">
                                  <p:stCondLst>
                                    <p:cond delay="0"/>
                                  </p:stCondLst>
                                  <p:childTnLst>
                                    <p:animMotion origin="layout" path="M -0.01562 7.40741E-7 L 0.11081 7.40741E-7 " pathEditMode="relative" rAng="0" ptsTypes="AA">
                                      <p:cBhvr>
                                        <p:cTn id="61" dur="750" spd="-100000" fill="hold"/>
                                        <p:tgtEl>
                                          <p:spTgt spid="12"/>
                                        </p:tgtEl>
                                        <p:attrNameLst>
                                          <p:attrName>ppt_x</p:attrName>
                                          <p:attrName>ppt_y</p:attrName>
                                        </p:attrNameLst>
                                      </p:cBhvr>
                                      <p:rCtr x="6315" y="0"/>
                                    </p:animMotion>
                                  </p:childTnLst>
                                </p:cTn>
                              </p:par>
                              <p:par>
                                <p:cTn id="62" presetID="35" presetClass="path" presetSubtype="0" decel="50000" fill="hold" nodeType="withEffect">
                                  <p:stCondLst>
                                    <p:cond delay="750"/>
                                  </p:stCondLst>
                                  <p:childTnLst>
                                    <p:animMotion origin="layout" path="M -0.01562 7.40741E-7 L -2.5E-6 7.40741E-7 " pathEditMode="relative" rAng="0" ptsTypes="AA">
                                      <p:cBhvr>
                                        <p:cTn id="63" dur="750" fill="hold"/>
                                        <p:tgtEl>
                                          <p:spTgt spid="12"/>
                                        </p:tgtEl>
                                        <p:attrNameLst>
                                          <p:attrName>ppt_x</p:attrName>
                                          <p:attrName>ppt_y</p:attrName>
                                        </p:attrNameLst>
                                      </p:cBhvr>
                                      <p:rCtr x="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18" grpId="1" animBg="1"/>
      <p:bldP spid="119" grpId="0" animBg="1"/>
      <p:bldP spid="119" grpId="1" animBg="1"/>
      <p:bldP spid="120" grpId="0" animBg="1"/>
      <p:bldP spid="120" grpId="1" animBg="1"/>
      <p:bldP spid="121" grpId="0"/>
      <p:bldP spid="122" grpId="0"/>
      <p:bldP spid="122"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1-Pictur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27E38AC9-501E-4B65-9DE8-175265DB5B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8476" y="1649203"/>
            <a:ext cx="3755048" cy="3755048"/>
          </a:xfrm>
          <a:prstGeom prst="rect">
            <a:avLst/>
          </a:prstGeom>
        </p:spPr>
      </p:pic>
      <p:grpSp>
        <p:nvGrpSpPr>
          <p:cNvPr id="49" name="2-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79621CA0-023F-45A7-BE38-9CBC79DEF64B}"/>
              </a:ext>
            </a:extLst>
          </p:cNvPr>
          <p:cNvGrpSpPr/>
          <p:nvPr/>
        </p:nvGrpSpPr>
        <p:grpSpPr>
          <a:xfrm>
            <a:off x="2714171" y="777409"/>
            <a:ext cx="6763658" cy="5699654"/>
            <a:chOff x="2714171" y="1120309"/>
            <a:chExt cx="6763658" cy="5699654"/>
          </a:xfrm>
        </p:grpSpPr>
        <p:pic>
          <p:nvPicPr>
            <p:cNvPr id="11" name="2-1-Picture">
              <a:extLst>
                <a:ext uri="{FF2B5EF4-FFF2-40B4-BE49-F238E27FC236}">
                  <a16:creationId xmlns:a16="http://schemas.microsoft.com/office/drawing/2014/main" id="{94E06A59-80AB-4B35-9530-6DE127AE3B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4171" y="1724949"/>
              <a:ext cx="6763658" cy="4512876"/>
            </a:xfrm>
            <a:prstGeom prst="rect">
              <a:avLst/>
            </a:prstGeom>
          </p:spPr>
        </p:pic>
        <p:pic>
          <p:nvPicPr>
            <p:cNvPr id="47" name="2-2-Picture">
              <a:extLst>
                <a:ext uri="{FF2B5EF4-FFF2-40B4-BE49-F238E27FC236}">
                  <a16:creationId xmlns:a16="http://schemas.microsoft.com/office/drawing/2014/main" id="{38BF56EB-36C2-410F-A689-0A38AC3E56E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590" t="36296" r="38326" b="21590"/>
            <a:stretch/>
          </p:blipFill>
          <p:spPr>
            <a:xfrm rot="7836239">
              <a:off x="5274078" y="3519996"/>
              <a:ext cx="3711803" cy="2888131"/>
            </a:xfrm>
            <a:prstGeom prst="rect">
              <a:avLst/>
            </a:prstGeom>
            <a:effectLst>
              <a:softEdge rad="571500"/>
            </a:effectLst>
          </p:spPr>
        </p:pic>
        <p:pic>
          <p:nvPicPr>
            <p:cNvPr id="48" name="2-3-Picture">
              <a:extLst>
                <a:ext uri="{FF2B5EF4-FFF2-40B4-BE49-F238E27FC236}">
                  <a16:creationId xmlns:a16="http://schemas.microsoft.com/office/drawing/2014/main" id="{83260898-983A-4C5A-8D1A-F60D0B99D3B1}"/>
                </a:ext>
              </a:extLst>
            </p:cNvPr>
            <p:cNvPicPr>
              <a:picLocks noChangeAspect="1"/>
            </p:cNvPicPr>
            <p:nvPr/>
          </p:nvPicPr>
          <p:blipFill rotWithShape="1">
            <a:blip r:embed="rId4" cstate="print">
              <a:duotone>
                <a:schemeClr val="accent2">
                  <a:shade val="45000"/>
                  <a:satMod val="135000"/>
                </a:schemeClr>
                <a:prstClr val="white"/>
              </a:duotone>
              <a:extLst>
                <a:ext uri="{28A0092B-C50C-407E-A947-70E740481C1C}">
                  <a14:useLocalDpi xmlns:a14="http://schemas.microsoft.com/office/drawing/2010/main" val="0"/>
                </a:ext>
              </a:extLst>
            </a:blip>
            <a:srcRect l="21590" t="36296" r="38326" b="21590"/>
            <a:stretch/>
          </p:blipFill>
          <p:spPr>
            <a:xfrm rot="19553063">
              <a:off x="3487946" y="1120309"/>
              <a:ext cx="3711803" cy="2888131"/>
            </a:xfrm>
            <a:prstGeom prst="rect">
              <a:avLst/>
            </a:prstGeom>
            <a:effectLst>
              <a:softEdge rad="571500"/>
            </a:effectLst>
          </p:spPr>
        </p:pic>
      </p:grpSp>
      <p:sp>
        <p:nvSpPr>
          <p:cNvPr id="44" name="3-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hidden="1">
            <a:extLst>
              <a:ext uri="{FF2B5EF4-FFF2-40B4-BE49-F238E27FC236}">
                <a16:creationId xmlns:a16="http://schemas.microsoft.com/office/drawing/2014/main" id="{8E52AA25-3BE1-41B3-891A-20D5BC9B3EDB}"/>
              </a:ext>
            </a:extLst>
          </p:cNvPr>
          <p:cNvSpPr/>
          <p:nvPr/>
        </p:nvSpPr>
        <p:spPr>
          <a:xfrm>
            <a:off x="4594860" y="2368487"/>
            <a:ext cx="3002280" cy="3002280"/>
          </a:xfrm>
          <a:custGeom>
            <a:avLst/>
            <a:gdLst>
              <a:gd name="connsiteX0" fmla="*/ 1574800 w 3149600"/>
              <a:gd name="connsiteY0" fmla="*/ 0 h 3149600"/>
              <a:gd name="connsiteX1" fmla="*/ 3149600 w 3149600"/>
              <a:gd name="connsiteY1" fmla="*/ 1574800 h 3149600"/>
              <a:gd name="connsiteX2" fmla="*/ 1574800 w 3149600"/>
              <a:gd name="connsiteY2" fmla="*/ 3149600 h 3149600"/>
              <a:gd name="connsiteX3" fmla="*/ 0 w 3149600"/>
              <a:gd name="connsiteY3" fmla="*/ 1574800 h 3149600"/>
              <a:gd name="connsiteX4" fmla="*/ 1574800 w 3149600"/>
              <a:gd name="connsiteY4" fmla="*/ 0 h 314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600" h="3149600">
                <a:moveTo>
                  <a:pt x="1574800" y="0"/>
                </a:moveTo>
                <a:cubicBezTo>
                  <a:pt x="2444538" y="0"/>
                  <a:pt x="3149600" y="705062"/>
                  <a:pt x="3149600" y="1574800"/>
                </a:cubicBezTo>
                <a:cubicBezTo>
                  <a:pt x="3149600" y="2444538"/>
                  <a:pt x="2444538" y="3149600"/>
                  <a:pt x="1574800" y="3149600"/>
                </a:cubicBezTo>
                <a:cubicBezTo>
                  <a:pt x="705062" y="3149600"/>
                  <a:pt x="0" y="2444538"/>
                  <a:pt x="0" y="1574800"/>
                </a:cubicBezTo>
                <a:cubicBezTo>
                  <a:pt x="0" y="705062"/>
                  <a:pt x="705062" y="0"/>
                  <a:pt x="1574800" y="0"/>
                </a:cubicBezTo>
                <a:close/>
              </a:path>
            </a:pathLst>
          </a:custGeom>
          <a:solidFill>
            <a:schemeClr val="accent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4-Placeholder"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2C8EA41-04FB-495A-B245-6AC8C6FE0778}"/>
              </a:ext>
            </a:extLst>
          </p:cNvPr>
          <p:cNvSpPr>
            <a:spLocks noGrp="1"/>
          </p:cNvSpPr>
          <p:nvPr>
            <p:ph type="body" sz="quarter" idx="10"/>
          </p:nvPr>
        </p:nvSpPr>
        <p:spPr/>
        <p:txBody>
          <a:bodyPr/>
          <a:lstStyle/>
          <a:p>
            <a:pPr lvl="0"/>
            <a:r>
              <a:rPr lang="en-US" altLang="zh-CN" dirty="0">
                <a:sym typeface="+mn-lt"/>
              </a:rPr>
              <a:t>Methodology</a:t>
            </a:r>
          </a:p>
        </p:txBody>
      </p:sp>
      <p:grpSp>
        <p:nvGrpSpPr>
          <p:cNvPr id="22" name="5-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75CA0FBC-3E63-4BD8-8156-81DC6B3E44C1}"/>
              </a:ext>
            </a:extLst>
          </p:cNvPr>
          <p:cNvGrpSpPr/>
          <p:nvPr/>
        </p:nvGrpSpPr>
        <p:grpSpPr>
          <a:xfrm>
            <a:off x="3848924" y="1279651"/>
            <a:ext cx="4494152" cy="4494152"/>
            <a:chOff x="3644900" y="1418527"/>
            <a:chExt cx="4902200" cy="4902200"/>
          </a:xfrm>
        </p:grpSpPr>
        <p:sp>
          <p:nvSpPr>
            <p:cNvPr id="18" name="5-1-Arc">
              <a:extLst>
                <a:ext uri="{FF2B5EF4-FFF2-40B4-BE49-F238E27FC236}">
                  <a16:creationId xmlns:a16="http://schemas.microsoft.com/office/drawing/2014/main" id="{5684AF3F-6218-4771-B288-6ED52B47ED19}"/>
                </a:ext>
              </a:extLst>
            </p:cNvPr>
            <p:cNvSpPr/>
            <p:nvPr/>
          </p:nvSpPr>
          <p:spPr>
            <a:xfrm>
              <a:off x="3644900" y="1418527"/>
              <a:ext cx="4902200" cy="4902200"/>
            </a:xfrm>
            <a:prstGeom prst="arc">
              <a:avLst>
                <a:gd name="adj1" fmla="val 18596963"/>
                <a:gd name="adj2" fmla="val 3003706"/>
              </a:avLst>
            </a:prstGeom>
            <a:ln w="25400">
              <a:gradFill flip="none" rotWithShape="1">
                <a:gsLst>
                  <a:gs pos="0">
                    <a:schemeClr val="bg1">
                      <a:alpha val="0"/>
                    </a:schemeClr>
                  </a:gs>
                  <a:gs pos="50000">
                    <a:schemeClr val="bg1">
                      <a:alpha val="3400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6" name="5-2-Arc">
              <a:extLst>
                <a:ext uri="{FF2B5EF4-FFF2-40B4-BE49-F238E27FC236}">
                  <a16:creationId xmlns:a16="http://schemas.microsoft.com/office/drawing/2014/main" id="{E395BAF8-EE26-488E-8944-560F427B2702}"/>
                </a:ext>
              </a:extLst>
            </p:cNvPr>
            <p:cNvSpPr/>
            <p:nvPr/>
          </p:nvSpPr>
          <p:spPr>
            <a:xfrm flipH="1">
              <a:off x="3644900" y="1418527"/>
              <a:ext cx="4902200" cy="4902200"/>
            </a:xfrm>
            <a:prstGeom prst="arc">
              <a:avLst>
                <a:gd name="adj1" fmla="val 18645050"/>
                <a:gd name="adj2" fmla="val 3062363"/>
              </a:avLst>
            </a:prstGeom>
            <a:ln w="25400">
              <a:gradFill flip="none" rotWithShape="1">
                <a:gsLst>
                  <a:gs pos="0">
                    <a:schemeClr val="bg1">
                      <a:alpha val="0"/>
                    </a:schemeClr>
                  </a:gs>
                  <a:gs pos="50000">
                    <a:schemeClr val="bg1">
                      <a:alpha val="3400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110" name="6-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AE74EF75-6B52-4505-86AA-B2C76508C9FB}"/>
              </a:ext>
            </a:extLst>
          </p:cNvPr>
          <p:cNvSpPr/>
          <p:nvPr/>
        </p:nvSpPr>
        <p:spPr>
          <a:xfrm>
            <a:off x="6003635" y="2908436"/>
            <a:ext cx="184730" cy="592085"/>
          </a:xfrm>
          <a:prstGeom prst="rect">
            <a:avLst/>
          </a:prstGeom>
        </p:spPr>
        <p:txBody>
          <a:bodyPr wrap="non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solidFill>
                <a:srgbClr val="FFFFFF"/>
              </a:solidFill>
              <a:effectLst/>
              <a:uLnTx/>
              <a:uFillTx/>
              <a:cs typeface="+mn-ea"/>
              <a:sym typeface="+mn-lt"/>
            </a:endParaRPr>
          </a:p>
        </p:txBody>
      </p:sp>
      <p:grpSp>
        <p:nvGrpSpPr>
          <p:cNvPr id="3" name="7-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D4B16C7-CEA2-4760-AC8E-BFECAAC903C7}"/>
              </a:ext>
            </a:extLst>
          </p:cNvPr>
          <p:cNvGrpSpPr/>
          <p:nvPr/>
        </p:nvGrpSpPr>
        <p:grpSpPr>
          <a:xfrm>
            <a:off x="7854232" y="2221474"/>
            <a:ext cx="379248" cy="379248"/>
            <a:chOff x="7854232" y="2221474"/>
            <a:chExt cx="379248" cy="379248"/>
          </a:xfrm>
        </p:grpSpPr>
        <p:sp>
          <p:nvSpPr>
            <p:cNvPr id="59" name="7-1-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A90F1D1F-94A1-4D22-89CE-AF1B98D0CA17}"/>
                </a:ext>
              </a:extLst>
            </p:cNvPr>
            <p:cNvSpPr/>
            <p:nvPr/>
          </p:nvSpPr>
          <p:spPr>
            <a:xfrm>
              <a:off x="7854232" y="2221474"/>
              <a:ext cx="379248" cy="379248"/>
            </a:xfrm>
            <a:prstGeom prst="ellipse">
              <a:avLst/>
            </a:prstGeom>
            <a:noFill/>
            <a:ln w="15875">
              <a:solidFill>
                <a:schemeClr val="accent4">
                  <a:alpha val="12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0" name="7-2-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91D99530-3796-4546-A982-4E9D17CA5005}"/>
                </a:ext>
              </a:extLst>
            </p:cNvPr>
            <p:cNvSpPr/>
            <p:nvPr/>
          </p:nvSpPr>
          <p:spPr>
            <a:xfrm>
              <a:off x="7936092" y="2300953"/>
              <a:ext cx="220290" cy="220290"/>
            </a:xfrm>
            <a:prstGeom prst="ellipse">
              <a:avLst/>
            </a:prstGeom>
            <a:solidFill>
              <a:schemeClr val="accent4">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1" name="7-3-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9B387AAD-66E7-48E2-8CE8-6E6264327832}"/>
                </a:ext>
              </a:extLst>
            </p:cNvPr>
            <p:cNvSpPr/>
            <p:nvPr/>
          </p:nvSpPr>
          <p:spPr>
            <a:xfrm>
              <a:off x="7984015" y="2348876"/>
              <a:ext cx="124444" cy="12444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5" name="8-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F8E4899-FA1A-45C0-8A21-501CEC6F1153}"/>
              </a:ext>
            </a:extLst>
          </p:cNvPr>
          <p:cNvGrpSpPr/>
          <p:nvPr/>
        </p:nvGrpSpPr>
        <p:grpSpPr>
          <a:xfrm>
            <a:off x="7854232" y="4457937"/>
            <a:ext cx="379248" cy="379248"/>
            <a:chOff x="7854232" y="4457937"/>
            <a:chExt cx="379248" cy="379248"/>
          </a:xfrm>
        </p:grpSpPr>
        <p:sp>
          <p:nvSpPr>
            <p:cNvPr id="62" name="8-1-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01A8CE5E-6334-4532-ADF3-CD40B4146A7B}"/>
                </a:ext>
              </a:extLst>
            </p:cNvPr>
            <p:cNvSpPr/>
            <p:nvPr/>
          </p:nvSpPr>
          <p:spPr>
            <a:xfrm>
              <a:off x="7854232" y="4457937"/>
              <a:ext cx="379248" cy="379248"/>
            </a:xfrm>
            <a:prstGeom prst="ellipse">
              <a:avLst/>
            </a:prstGeom>
            <a:noFill/>
            <a:ln w="15875">
              <a:solidFill>
                <a:schemeClr val="accent4">
                  <a:alpha val="12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3" name="8-2-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8AFCAF9D-B10C-43DC-A629-2BE4AB3F7FA1}"/>
                </a:ext>
              </a:extLst>
            </p:cNvPr>
            <p:cNvSpPr/>
            <p:nvPr/>
          </p:nvSpPr>
          <p:spPr>
            <a:xfrm>
              <a:off x="7936092" y="4537416"/>
              <a:ext cx="220290" cy="220290"/>
            </a:xfrm>
            <a:prstGeom prst="ellipse">
              <a:avLst/>
            </a:prstGeom>
            <a:solidFill>
              <a:schemeClr val="accent4">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4" name="8-3-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A89F1440-F55E-4F37-A202-D4E5A5C7B091}"/>
                </a:ext>
              </a:extLst>
            </p:cNvPr>
            <p:cNvSpPr/>
            <p:nvPr/>
          </p:nvSpPr>
          <p:spPr>
            <a:xfrm>
              <a:off x="7984015" y="4585339"/>
              <a:ext cx="124444" cy="12444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4" name="9-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C832DD9-BBC5-4B9B-B598-C5F13451A953}"/>
              </a:ext>
            </a:extLst>
          </p:cNvPr>
          <p:cNvGrpSpPr/>
          <p:nvPr/>
        </p:nvGrpSpPr>
        <p:grpSpPr>
          <a:xfrm>
            <a:off x="8155716" y="3339544"/>
            <a:ext cx="379248" cy="379248"/>
            <a:chOff x="8155716" y="3339544"/>
            <a:chExt cx="379248" cy="379248"/>
          </a:xfrm>
        </p:grpSpPr>
        <p:sp>
          <p:nvSpPr>
            <p:cNvPr id="65" name="9-1-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AC9C38A6-BCF9-4764-8234-1E6F15B6522D}"/>
                </a:ext>
              </a:extLst>
            </p:cNvPr>
            <p:cNvSpPr/>
            <p:nvPr/>
          </p:nvSpPr>
          <p:spPr>
            <a:xfrm>
              <a:off x="8155716" y="3339544"/>
              <a:ext cx="379248" cy="379248"/>
            </a:xfrm>
            <a:prstGeom prst="ellipse">
              <a:avLst/>
            </a:prstGeom>
            <a:noFill/>
            <a:ln w="15875">
              <a:solidFill>
                <a:schemeClr val="accent4">
                  <a:alpha val="12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6" name="9-2-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C66C169C-175A-48A0-8F47-EBC54A821DD1}"/>
                </a:ext>
              </a:extLst>
            </p:cNvPr>
            <p:cNvSpPr/>
            <p:nvPr/>
          </p:nvSpPr>
          <p:spPr>
            <a:xfrm>
              <a:off x="8237576" y="3419023"/>
              <a:ext cx="220290" cy="220290"/>
            </a:xfrm>
            <a:prstGeom prst="ellipse">
              <a:avLst/>
            </a:prstGeom>
            <a:solidFill>
              <a:schemeClr val="accent4">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7" name="9-3-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80384159-5F53-49CF-8B7D-80838ECAD121}"/>
                </a:ext>
              </a:extLst>
            </p:cNvPr>
            <p:cNvSpPr/>
            <p:nvPr/>
          </p:nvSpPr>
          <p:spPr>
            <a:xfrm>
              <a:off x="8285499" y="3466946"/>
              <a:ext cx="124444" cy="12444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7" name="10-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236D8A61-19B3-4CAC-A4D7-7030210C38E1}"/>
              </a:ext>
            </a:extLst>
          </p:cNvPr>
          <p:cNvGrpSpPr/>
          <p:nvPr/>
        </p:nvGrpSpPr>
        <p:grpSpPr>
          <a:xfrm>
            <a:off x="3650698" y="3339544"/>
            <a:ext cx="379248" cy="379248"/>
            <a:chOff x="3650698" y="3339544"/>
            <a:chExt cx="379248" cy="379248"/>
          </a:xfrm>
        </p:grpSpPr>
        <p:sp>
          <p:nvSpPr>
            <p:cNvPr id="68" name="10-1-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1B4A860F-B35D-4EDA-8F63-00843A478B54}"/>
                </a:ext>
              </a:extLst>
            </p:cNvPr>
            <p:cNvSpPr/>
            <p:nvPr/>
          </p:nvSpPr>
          <p:spPr>
            <a:xfrm>
              <a:off x="3650698" y="3339544"/>
              <a:ext cx="379248" cy="379248"/>
            </a:xfrm>
            <a:prstGeom prst="ellipse">
              <a:avLst/>
            </a:prstGeom>
            <a:noFill/>
            <a:ln w="15875">
              <a:solidFill>
                <a:schemeClr val="accent4">
                  <a:alpha val="12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9" name="10-2-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81D56F94-D100-4E3F-9253-66066820309B}"/>
                </a:ext>
              </a:extLst>
            </p:cNvPr>
            <p:cNvSpPr/>
            <p:nvPr/>
          </p:nvSpPr>
          <p:spPr>
            <a:xfrm>
              <a:off x="3732558" y="3419023"/>
              <a:ext cx="220290" cy="220290"/>
            </a:xfrm>
            <a:prstGeom prst="ellipse">
              <a:avLst/>
            </a:prstGeom>
            <a:solidFill>
              <a:schemeClr val="accent4">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0" name="10-3-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6B764280-FB95-4C45-A78B-801B2F4A50AC}"/>
                </a:ext>
              </a:extLst>
            </p:cNvPr>
            <p:cNvSpPr/>
            <p:nvPr/>
          </p:nvSpPr>
          <p:spPr>
            <a:xfrm>
              <a:off x="3780481" y="3466946"/>
              <a:ext cx="124444" cy="12444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8" name="11-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FD776308-2C2F-4D47-8C43-3895E89F63ED}"/>
              </a:ext>
            </a:extLst>
          </p:cNvPr>
          <p:cNvGrpSpPr/>
          <p:nvPr/>
        </p:nvGrpSpPr>
        <p:grpSpPr>
          <a:xfrm>
            <a:off x="3948086" y="2221474"/>
            <a:ext cx="379248" cy="379248"/>
            <a:chOff x="3948086" y="2221474"/>
            <a:chExt cx="379248" cy="379248"/>
          </a:xfrm>
        </p:grpSpPr>
        <p:sp>
          <p:nvSpPr>
            <p:cNvPr id="71" name="11-1-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6FECE672-708E-4708-8990-40155F9D6862}"/>
                </a:ext>
              </a:extLst>
            </p:cNvPr>
            <p:cNvSpPr/>
            <p:nvPr/>
          </p:nvSpPr>
          <p:spPr>
            <a:xfrm>
              <a:off x="3948086" y="2221474"/>
              <a:ext cx="379248" cy="379248"/>
            </a:xfrm>
            <a:prstGeom prst="ellipse">
              <a:avLst/>
            </a:prstGeom>
            <a:noFill/>
            <a:ln w="15875">
              <a:solidFill>
                <a:schemeClr val="accent4">
                  <a:alpha val="12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2" name="11-2-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39C7CA70-4D46-469F-8211-0541A8A47A46}"/>
                </a:ext>
              </a:extLst>
            </p:cNvPr>
            <p:cNvSpPr/>
            <p:nvPr/>
          </p:nvSpPr>
          <p:spPr>
            <a:xfrm>
              <a:off x="4029946" y="2300953"/>
              <a:ext cx="220290" cy="220290"/>
            </a:xfrm>
            <a:prstGeom prst="ellipse">
              <a:avLst/>
            </a:prstGeom>
            <a:solidFill>
              <a:schemeClr val="accent4">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3" name="11-3-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573D4E45-897C-4264-B84D-4D8C51DE6844}"/>
                </a:ext>
              </a:extLst>
            </p:cNvPr>
            <p:cNvSpPr/>
            <p:nvPr/>
          </p:nvSpPr>
          <p:spPr>
            <a:xfrm>
              <a:off x="4077869" y="2348876"/>
              <a:ext cx="124444" cy="12444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6" name="12-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79CD43CA-CF43-416D-A776-4BFEC1899415}"/>
              </a:ext>
            </a:extLst>
          </p:cNvPr>
          <p:cNvGrpSpPr/>
          <p:nvPr/>
        </p:nvGrpSpPr>
        <p:grpSpPr>
          <a:xfrm>
            <a:off x="3948086" y="4457937"/>
            <a:ext cx="379248" cy="379248"/>
            <a:chOff x="3948086" y="4457937"/>
            <a:chExt cx="379248" cy="379248"/>
          </a:xfrm>
        </p:grpSpPr>
        <p:sp>
          <p:nvSpPr>
            <p:cNvPr id="74" name="12-1-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38C9F60F-9EE8-4F9F-910B-25E9326E8C92}"/>
                </a:ext>
              </a:extLst>
            </p:cNvPr>
            <p:cNvSpPr/>
            <p:nvPr/>
          </p:nvSpPr>
          <p:spPr>
            <a:xfrm>
              <a:off x="3948086" y="4457937"/>
              <a:ext cx="379248" cy="379248"/>
            </a:xfrm>
            <a:prstGeom prst="ellipse">
              <a:avLst/>
            </a:prstGeom>
            <a:noFill/>
            <a:ln w="15875">
              <a:solidFill>
                <a:schemeClr val="accent4">
                  <a:alpha val="12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5" name="12-2-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82720A35-EC93-43B1-93A3-9DD45581F61B}"/>
                </a:ext>
              </a:extLst>
            </p:cNvPr>
            <p:cNvSpPr/>
            <p:nvPr/>
          </p:nvSpPr>
          <p:spPr>
            <a:xfrm>
              <a:off x="4029946" y="4537416"/>
              <a:ext cx="220290" cy="220290"/>
            </a:xfrm>
            <a:prstGeom prst="ellipse">
              <a:avLst/>
            </a:prstGeom>
            <a:solidFill>
              <a:schemeClr val="accent4">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6" name="12-3-Oval" descr="e7d195523061f1c0d3ba7f298e59d031c9c3f97027ed136f882110EF8F17BAD1F2C348D17C7856EF46CB4678CC9E44EE1ABA681E3133328A7B4D22AAF822B2429426B2355AA8CC4431B8568D2CF3B73A387D185874753CA8C1E635F392138512C85AF4E9143A0375E29F076C6746BEBA8E043112D32A8EAC65D2E14E2EC471FC7EF55FC1A46D8669">
              <a:extLst>
                <a:ext uri="{FF2B5EF4-FFF2-40B4-BE49-F238E27FC236}">
                  <a16:creationId xmlns:a16="http://schemas.microsoft.com/office/drawing/2014/main" id="{E1163D8D-26B3-4B37-ADAA-C4AD3A40D2C1}"/>
                </a:ext>
              </a:extLst>
            </p:cNvPr>
            <p:cNvSpPr/>
            <p:nvPr/>
          </p:nvSpPr>
          <p:spPr>
            <a:xfrm>
              <a:off x="4077869" y="4585339"/>
              <a:ext cx="124444" cy="12444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77" name="13-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093E833-1252-43E8-90C4-8ED7DC04C0C6}"/>
              </a:ext>
            </a:extLst>
          </p:cNvPr>
          <p:cNvGrpSpPr/>
          <p:nvPr/>
        </p:nvGrpSpPr>
        <p:grpSpPr>
          <a:xfrm>
            <a:off x="8233480" y="2071640"/>
            <a:ext cx="1603375" cy="149834"/>
            <a:chOff x="7162799" y="1885950"/>
            <a:chExt cx="1603375" cy="149834"/>
          </a:xfrm>
        </p:grpSpPr>
        <p:sp>
          <p:nvSpPr>
            <p:cNvPr id="78" name="13-1-Freeform">
              <a:extLst>
                <a:ext uri="{FF2B5EF4-FFF2-40B4-BE49-F238E27FC236}">
                  <a16:creationId xmlns:a16="http://schemas.microsoft.com/office/drawing/2014/main" id="{5E849FA3-9671-42EE-BF78-34130C53BDE4}"/>
                </a:ext>
              </a:extLst>
            </p:cNvPr>
            <p:cNvSpPr/>
            <p:nvPr/>
          </p:nvSpPr>
          <p:spPr>
            <a:xfrm>
              <a:off x="7162799" y="1885950"/>
              <a:ext cx="1603375" cy="142875"/>
            </a:xfrm>
            <a:custGeom>
              <a:avLst/>
              <a:gdLst>
                <a:gd name="connsiteX0" fmla="*/ 0 w 2667000"/>
                <a:gd name="connsiteY0" fmla="*/ 142875 h 142875"/>
                <a:gd name="connsiteX1" fmla="*/ 85725 w 2667000"/>
                <a:gd name="connsiteY1" fmla="*/ 0 h 142875"/>
                <a:gd name="connsiteX2" fmla="*/ 2667000 w 2667000"/>
                <a:gd name="connsiteY2" fmla="*/ 0 h 142875"/>
                <a:gd name="connsiteX0" fmla="*/ 0 w 1603375"/>
                <a:gd name="connsiteY0" fmla="*/ 142875 h 142875"/>
                <a:gd name="connsiteX1" fmla="*/ 85725 w 1603375"/>
                <a:gd name="connsiteY1" fmla="*/ 0 h 142875"/>
                <a:gd name="connsiteX2" fmla="*/ 1603375 w 1603375"/>
                <a:gd name="connsiteY2" fmla="*/ 0 h 142875"/>
              </a:gdLst>
              <a:ahLst/>
              <a:cxnLst>
                <a:cxn ang="0">
                  <a:pos x="connsiteX0" y="connsiteY0"/>
                </a:cxn>
                <a:cxn ang="0">
                  <a:pos x="connsiteX1" y="connsiteY1"/>
                </a:cxn>
                <a:cxn ang="0">
                  <a:pos x="connsiteX2" y="connsiteY2"/>
                </a:cxn>
              </a:cxnLst>
              <a:rect l="l" t="t" r="r" b="b"/>
              <a:pathLst>
                <a:path w="1603375" h="142875">
                  <a:moveTo>
                    <a:pt x="0" y="142875"/>
                  </a:moveTo>
                  <a:lnTo>
                    <a:pt x="85725" y="0"/>
                  </a:lnTo>
                  <a:lnTo>
                    <a:pt x="1603375" y="0"/>
                  </a:lnTo>
                </a:path>
              </a:pathLst>
            </a:custGeom>
            <a:noFill/>
            <a:ln w="15875">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cxnSp>
          <p:nvCxnSpPr>
            <p:cNvPr id="79" name="13-2-Line">
              <a:extLst>
                <a:ext uri="{FF2B5EF4-FFF2-40B4-BE49-F238E27FC236}">
                  <a16:creationId xmlns:a16="http://schemas.microsoft.com/office/drawing/2014/main" id="{D5C30D41-A787-4B18-BE8A-047E89868E08}"/>
                </a:ext>
              </a:extLst>
            </p:cNvPr>
            <p:cNvCxnSpPr/>
            <p:nvPr/>
          </p:nvCxnSpPr>
          <p:spPr>
            <a:xfrm flipH="1">
              <a:off x="7211134" y="1964346"/>
              <a:ext cx="42862" cy="71438"/>
            </a:xfrm>
            <a:prstGeom prst="line">
              <a:avLst/>
            </a:prstGeom>
            <a:noFill/>
            <a:ln w="15875">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80" name="14-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FEABE2D8-9D04-4743-BF02-250845325D97}"/>
              </a:ext>
            </a:extLst>
          </p:cNvPr>
          <p:cNvGrpSpPr/>
          <p:nvPr/>
        </p:nvGrpSpPr>
        <p:grpSpPr>
          <a:xfrm flipV="1">
            <a:off x="8233480" y="4837185"/>
            <a:ext cx="1603375" cy="149834"/>
            <a:chOff x="7162799" y="1885950"/>
            <a:chExt cx="1603375" cy="149834"/>
          </a:xfrm>
        </p:grpSpPr>
        <p:sp>
          <p:nvSpPr>
            <p:cNvPr id="81" name="14-1-Freeform">
              <a:extLst>
                <a:ext uri="{FF2B5EF4-FFF2-40B4-BE49-F238E27FC236}">
                  <a16:creationId xmlns:a16="http://schemas.microsoft.com/office/drawing/2014/main" id="{050CE974-4792-4CBF-9825-556919BE3983}"/>
                </a:ext>
              </a:extLst>
            </p:cNvPr>
            <p:cNvSpPr/>
            <p:nvPr/>
          </p:nvSpPr>
          <p:spPr>
            <a:xfrm>
              <a:off x="7162799" y="1885950"/>
              <a:ext cx="1603375" cy="142875"/>
            </a:xfrm>
            <a:custGeom>
              <a:avLst/>
              <a:gdLst>
                <a:gd name="connsiteX0" fmla="*/ 0 w 2667000"/>
                <a:gd name="connsiteY0" fmla="*/ 142875 h 142875"/>
                <a:gd name="connsiteX1" fmla="*/ 85725 w 2667000"/>
                <a:gd name="connsiteY1" fmla="*/ 0 h 142875"/>
                <a:gd name="connsiteX2" fmla="*/ 2667000 w 2667000"/>
                <a:gd name="connsiteY2" fmla="*/ 0 h 142875"/>
                <a:gd name="connsiteX0" fmla="*/ 0 w 1603375"/>
                <a:gd name="connsiteY0" fmla="*/ 142875 h 142875"/>
                <a:gd name="connsiteX1" fmla="*/ 85725 w 1603375"/>
                <a:gd name="connsiteY1" fmla="*/ 0 h 142875"/>
                <a:gd name="connsiteX2" fmla="*/ 1603375 w 1603375"/>
                <a:gd name="connsiteY2" fmla="*/ 0 h 142875"/>
              </a:gdLst>
              <a:ahLst/>
              <a:cxnLst>
                <a:cxn ang="0">
                  <a:pos x="connsiteX0" y="connsiteY0"/>
                </a:cxn>
                <a:cxn ang="0">
                  <a:pos x="connsiteX1" y="connsiteY1"/>
                </a:cxn>
                <a:cxn ang="0">
                  <a:pos x="connsiteX2" y="connsiteY2"/>
                </a:cxn>
              </a:cxnLst>
              <a:rect l="l" t="t" r="r" b="b"/>
              <a:pathLst>
                <a:path w="1603375" h="142875">
                  <a:moveTo>
                    <a:pt x="0" y="142875"/>
                  </a:moveTo>
                  <a:lnTo>
                    <a:pt x="85725" y="0"/>
                  </a:lnTo>
                  <a:lnTo>
                    <a:pt x="1603375" y="0"/>
                  </a:lnTo>
                </a:path>
              </a:pathLst>
            </a:custGeom>
            <a:noFill/>
            <a:ln w="15875">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82" name="14-2-Line">
              <a:extLst>
                <a:ext uri="{FF2B5EF4-FFF2-40B4-BE49-F238E27FC236}">
                  <a16:creationId xmlns:a16="http://schemas.microsoft.com/office/drawing/2014/main" id="{C3FA8A8F-FE07-468E-B8E3-4255C36648C6}"/>
                </a:ext>
              </a:extLst>
            </p:cNvPr>
            <p:cNvCxnSpPr/>
            <p:nvPr/>
          </p:nvCxnSpPr>
          <p:spPr>
            <a:xfrm flipH="1">
              <a:off x="7211134" y="1964346"/>
              <a:ext cx="42862" cy="71438"/>
            </a:xfrm>
            <a:prstGeom prst="line">
              <a:avLst/>
            </a:prstGeom>
            <a:noFill/>
            <a:ln w="15875">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84" name="15-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4FF2EB79-6172-49A2-AEB5-913324626990}"/>
              </a:ext>
            </a:extLst>
          </p:cNvPr>
          <p:cNvCxnSpPr>
            <a:cxnSpLocks/>
          </p:cNvCxnSpPr>
          <p:nvPr/>
        </p:nvCxnSpPr>
        <p:spPr>
          <a:xfrm>
            <a:off x="8661400" y="3526727"/>
            <a:ext cx="816429" cy="0"/>
          </a:xfrm>
          <a:prstGeom prst="line">
            <a:avLst/>
          </a:prstGeom>
          <a:ln w="15875">
            <a:solidFill>
              <a:schemeClr val="bg1">
                <a:alpha val="45000"/>
              </a:schemeClr>
            </a:solidFill>
          </a:ln>
        </p:spPr>
        <p:style>
          <a:lnRef idx="1">
            <a:schemeClr val="accent1"/>
          </a:lnRef>
          <a:fillRef idx="0">
            <a:schemeClr val="accent1"/>
          </a:fillRef>
          <a:effectRef idx="0">
            <a:schemeClr val="accent1"/>
          </a:effectRef>
          <a:fontRef idx="minor">
            <a:schemeClr val="tx1"/>
          </a:fontRef>
        </p:style>
      </p:cxnSp>
      <p:grpSp>
        <p:nvGrpSpPr>
          <p:cNvPr id="86" name="16-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4AD5174-490C-49DD-82B9-234EC0C90083}"/>
              </a:ext>
            </a:extLst>
          </p:cNvPr>
          <p:cNvGrpSpPr/>
          <p:nvPr/>
        </p:nvGrpSpPr>
        <p:grpSpPr>
          <a:xfrm flipH="1">
            <a:off x="2333317" y="2071640"/>
            <a:ext cx="1603375" cy="149834"/>
            <a:chOff x="7162799" y="1885950"/>
            <a:chExt cx="1603375" cy="149834"/>
          </a:xfrm>
        </p:grpSpPr>
        <p:sp>
          <p:nvSpPr>
            <p:cNvPr id="87" name="16-1-Freeform">
              <a:extLst>
                <a:ext uri="{FF2B5EF4-FFF2-40B4-BE49-F238E27FC236}">
                  <a16:creationId xmlns:a16="http://schemas.microsoft.com/office/drawing/2014/main" id="{CE574C1B-4EE2-4BB9-A573-2E7F05921425}"/>
                </a:ext>
              </a:extLst>
            </p:cNvPr>
            <p:cNvSpPr/>
            <p:nvPr/>
          </p:nvSpPr>
          <p:spPr>
            <a:xfrm>
              <a:off x="7162799" y="1885950"/>
              <a:ext cx="1603375" cy="142875"/>
            </a:xfrm>
            <a:custGeom>
              <a:avLst/>
              <a:gdLst>
                <a:gd name="connsiteX0" fmla="*/ 0 w 2667000"/>
                <a:gd name="connsiteY0" fmla="*/ 142875 h 142875"/>
                <a:gd name="connsiteX1" fmla="*/ 85725 w 2667000"/>
                <a:gd name="connsiteY1" fmla="*/ 0 h 142875"/>
                <a:gd name="connsiteX2" fmla="*/ 2667000 w 2667000"/>
                <a:gd name="connsiteY2" fmla="*/ 0 h 142875"/>
                <a:gd name="connsiteX0" fmla="*/ 0 w 1603375"/>
                <a:gd name="connsiteY0" fmla="*/ 142875 h 142875"/>
                <a:gd name="connsiteX1" fmla="*/ 85725 w 1603375"/>
                <a:gd name="connsiteY1" fmla="*/ 0 h 142875"/>
                <a:gd name="connsiteX2" fmla="*/ 1603375 w 1603375"/>
                <a:gd name="connsiteY2" fmla="*/ 0 h 142875"/>
              </a:gdLst>
              <a:ahLst/>
              <a:cxnLst>
                <a:cxn ang="0">
                  <a:pos x="connsiteX0" y="connsiteY0"/>
                </a:cxn>
                <a:cxn ang="0">
                  <a:pos x="connsiteX1" y="connsiteY1"/>
                </a:cxn>
                <a:cxn ang="0">
                  <a:pos x="connsiteX2" y="connsiteY2"/>
                </a:cxn>
              </a:cxnLst>
              <a:rect l="l" t="t" r="r" b="b"/>
              <a:pathLst>
                <a:path w="1603375" h="142875">
                  <a:moveTo>
                    <a:pt x="0" y="142875"/>
                  </a:moveTo>
                  <a:lnTo>
                    <a:pt x="85725" y="0"/>
                  </a:lnTo>
                  <a:lnTo>
                    <a:pt x="1603375" y="0"/>
                  </a:lnTo>
                </a:path>
              </a:pathLst>
            </a:custGeom>
            <a:noFill/>
            <a:ln w="15875">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cxnSp>
          <p:nvCxnSpPr>
            <p:cNvPr id="88" name="16-2-Line">
              <a:extLst>
                <a:ext uri="{FF2B5EF4-FFF2-40B4-BE49-F238E27FC236}">
                  <a16:creationId xmlns:a16="http://schemas.microsoft.com/office/drawing/2014/main" id="{FE309828-6198-493C-8531-C663FED00F96}"/>
                </a:ext>
              </a:extLst>
            </p:cNvPr>
            <p:cNvCxnSpPr/>
            <p:nvPr/>
          </p:nvCxnSpPr>
          <p:spPr>
            <a:xfrm flipH="1">
              <a:off x="7211134" y="1964346"/>
              <a:ext cx="42862" cy="71438"/>
            </a:xfrm>
            <a:prstGeom prst="line">
              <a:avLst/>
            </a:prstGeom>
            <a:noFill/>
            <a:ln w="15875">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89" name="17-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42BADF07-B375-4A95-BB57-63713A94B03B}"/>
              </a:ext>
            </a:extLst>
          </p:cNvPr>
          <p:cNvGrpSpPr/>
          <p:nvPr/>
        </p:nvGrpSpPr>
        <p:grpSpPr>
          <a:xfrm flipH="1" flipV="1">
            <a:off x="2333317" y="4837185"/>
            <a:ext cx="1603375" cy="149834"/>
            <a:chOff x="7162799" y="1885950"/>
            <a:chExt cx="1603375" cy="149834"/>
          </a:xfrm>
        </p:grpSpPr>
        <p:sp>
          <p:nvSpPr>
            <p:cNvPr id="90" name="17-1-Freeform">
              <a:extLst>
                <a:ext uri="{FF2B5EF4-FFF2-40B4-BE49-F238E27FC236}">
                  <a16:creationId xmlns:a16="http://schemas.microsoft.com/office/drawing/2014/main" id="{0ADB8568-FAA1-4A84-B9A6-B1E1BA270744}"/>
                </a:ext>
              </a:extLst>
            </p:cNvPr>
            <p:cNvSpPr/>
            <p:nvPr/>
          </p:nvSpPr>
          <p:spPr>
            <a:xfrm>
              <a:off x="7162799" y="1885950"/>
              <a:ext cx="1603375" cy="142875"/>
            </a:xfrm>
            <a:custGeom>
              <a:avLst/>
              <a:gdLst>
                <a:gd name="connsiteX0" fmla="*/ 0 w 2667000"/>
                <a:gd name="connsiteY0" fmla="*/ 142875 h 142875"/>
                <a:gd name="connsiteX1" fmla="*/ 85725 w 2667000"/>
                <a:gd name="connsiteY1" fmla="*/ 0 h 142875"/>
                <a:gd name="connsiteX2" fmla="*/ 2667000 w 2667000"/>
                <a:gd name="connsiteY2" fmla="*/ 0 h 142875"/>
                <a:gd name="connsiteX0" fmla="*/ 0 w 1603375"/>
                <a:gd name="connsiteY0" fmla="*/ 142875 h 142875"/>
                <a:gd name="connsiteX1" fmla="*/ 85725 w 1603375"/>
                <a:gd name="connsiteY1" fmla="*/ 0 h 142875"/>
                <a:gd name="connsiteX2" fmla="*/ 1603375 w 1603375"/>
                <a:gd name="connsiteY2" fmla="*/ 0 h 142875"/>
              </a:gdLst>
              <a:ahLst/>
              <a:cxnLst>
                <a:cxn ang="0">
                  <a:pos x="connsiteX0" y="connsiteY0"/>
                </a:cxn>
                <a:cxn ang="0">
                  <a:pos x="connsiteX1" y="connsiteY1"/>
                </a:cxn>
                <a:cxn ang="0">
                  <a:pos x="connsiteX2" y="connsiteY2"/>
                </a:cxn>
              </a:cxnLst>
              <a:rect l="l" t="t" r="r" b="b"/>
              <a:pathLst>
                <a:path w="1603375" h="142875">
                  <a:moveTo>
                    <a:pt x="0" y="142875"/>
                  </a:moveTo>
                  <a:lnTo>
                    <a:pt x="85725" y="0"/>
                  </a:lnTo>
                  <a:lnTo>
                    <a:pt x="1603375" y="0"/>
                  </a:lnTo>
                </a:path>
              </a:pathLst>
            </a:custGeom>
            <a:noFill/>
            <a:ln w="15875">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91" name="17-2-Line">
              <a:extLst>
                <a:ext uri="{FF2B5EF4-FFF2-40B4-BE49-F238E27FC236}">
                  <a16:creationId xmlns:a16="http://schemas.microsoft.com/office/drawing/2014/main" id="{AA216779-CFD5-45BF-A46B-2FD7A045623F}"/>
                </a:ext>
              </a:extLst>
            </p:cNvPr>
            <p:cNvCxnSpPr/>
            <p:nvPr/>
          </p:nvCxnSpPr>
          <p:spPr>
            <a:xfrm flipH="1">
              <a:off x="7211134" y="1964346"/>
              <a:ext cx="42862" cy="71438"/>
            </a:xfrm>
            <a:prstGeom prst="line">
              <a:avLst/>
            </a:prstGeom>
            <a:noFill/>
            <a:ln w="15875">
              <a:solidFill>
                <a:schemeClr val="bg1">
                  <a:alpha val="45000"/>
                </a:schemeClr>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92" name="18-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C93388BF-2081-4418-8D42-FD47153B8A13}"/>
              </a:ext>
            </a:extLst>
          </p:cNvPr>
          <p:cNvCxnSpPr>
            <a:cxnSpLocks/>
          </p:cNvCxnSpPr>
          <p:nvPr/>
        </p:nvCxnSpPr>
        <p:spPr>
          <a:xfrm flipH="1">
            <a:off x="2761237" y="3526727"/>
            <a:ext cx="816429" cy="0"/>
          </a:xfrm>
          <a:prstGeom prst="line">
            <a:avLst/>
          </a:prstGeom>
          <a:ln w="15875">
            <a:solidFill>
              <a:schemeClr val="bg1">
                <a:alpha val="45000"/>
              </a:schemeClr>
            </a:solidFill>
          </a:ln>
        </p:spPr>
        <p:style>
          <a:lnRef idx="1">
            <a:schemeClr val="accent1"/>
          </a:lnRef>
          <a:fillRef idx="0">
            <a:schemeClr val="accent1"/>
          </a:fillRef>
          <a:effectRef idx="0">
            <a:schemeClr val="accent1"/>
          </a:effectRef>
          <a:fontRef idx="minor">
            <a:schemeClr val="tx1"/>
          </a:fontRef>
        </p:style>
      </p:cxnSp>
      <p:sp>
        <p:nvSpPr>
          <p:cNvPr id="93" name="19-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D08ABA00-0971-4DF0-B5FF-0502AA8520D7}"/>
              </a:ext>
            </a:extLst>
          </p:cNvPr>
          <p:cNvSpPr/>
          <p:nvPr/>
        </p:nvSpPr>
        <p:spPr>
          <a:xfrm>
            <a:off x="8464673" y="2083730"/>
            <a:ext cx="2244823" cy="394148"/>
          </a:xfrm>
          <a:prstGeom prst="rect">
            <a:avLst/>
          </a:prstGeom>
          <a:noFill/>
          <a:ln w="15875">
            <a:noFill/>
            <a:prstDash val="dash"/>
          </a:ln>
        </p:spPr>
        <p:txBody>
          <a:bodyPr wrap="none" lIns="90000" tIns="46800" rIns="90000" bIns="46800" rtlCol="0" anchor="t" anchorCtr="0">
            <a:spAutoFit/>
          </a:bodyPr>
          <a:lstStyle/>
          <a:p>
            <a:pPr lvl="0">
              <a:lnSpc>
                <a:spcPct val="120000"/>
              </a:lnSpc>
              <a:defRPr/>
            </a:pPr>
            <a:r>
              <a:rPr lang="en-US" b="1" dirty="0">
                <a:solidFill>
                  <a:schemeClr val="bg1"/>
                </a:solidFill>
              </a:rPr>
              <a:t>CNN Classification</a:t>
            </a:r>
            <a:endParaRPr kumimoji="0" lang="zh-CN" altLang="en-US" sz="2000" b="1" i="0" u="none" strike="noStrike" kern="1200" cap="none" spc="0" normalizeH="0" baseline="0" noProof="0" dirty="0">
              <a:ln>
                <a:noFill/>
              </a:ln>
              <a:solidFill>
                <a:schemeClr val="bg1"/>
              </a:solidFill>
              <a:effectLst/>
              <a:uLnTx/>
              <a:uFillTx/>
              <a:latin typeface="+mj-lt"/>
              <a:ea typeface="+mj-ea"/>
              <a:cs typeface="+mn-ea"/>
              <a:sym typeface="+mn-lt"/>
            </a:endParaRPr>
          </a:p>
        </p:txBody>
      </p:sp>
      <p:sp>
        <p:nvSpPr>
          <p:cNvPr id="97" name="21-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0E8D5A7E-DF6A-4010-9923-49308031F35A}"/>
              </a:ext>
            </a:extLst>
          </p:cNvPr>
          <p:cNvSpPr/>
          <p:nvPr/>
        </p:nvSpPr>
        <p:spPr>
          <a:xfrm>
            <a:off x="8464673" y="5029131"/>
            <a:ext cx="1980327" cy="394148"/>
          </a:xfrm>
          <a:prstGeom prst="rect">
            <a:avLst/>
          </a:prstGeom>
          <a:noFill/>
          <a:ln w="15875">
            <a:noFill/>
            <a:prstDash val="dash"/>
          </a:ln>
        </p:spPr>
        <p:txBody>
          <a:bodyPr wrap="none" lIns="90000" tIns="46800" rIns="90000" bIns="46800" rtlCol="0" anchor="t" anchorCtr="0">
            <a:spAutoFit/>
          </a:bodyPr>
          <a:lstStyle/>
          <a:p>
            <a:pPr lvl="0">
              <a:lnSpc>
                <a:spcPct val="120000"/>
              </a:lnSpc>
              <a:defRPr/>
            </a:pPr>
            <a:r>
              <a:rPr lang="en-US" b="1" dirty="0">
                <a:solidFill>
                  <a:schemeClr val="bg1"/>
                </a:solidFill>
              </a:rPr>
              <a:t>Answer Grading</a:t>
            </a:r>
            <a:endParaRPr kumimoji="0" lang="zh-CN" altLang="en-US" sz="2000" b="1" i="0" u="none" strike="noStrike" kern="1200" cap="none" spc="0" normalizeH="0" baseline="0" noProof="0" dirty="0">
              <a:ln>
                <a:noFill/>
              </a:ln>
              <a:solidFill>
                <a:schemeClr val="bg1"/>
              </a:solidFill>
              <a:effectLst/>
              <a:uLnTx/>
              <a:uFillTx/>
              <a:latin typeface="+mj-lt"/>
              <a:ea typeface="+mj-ea"/>
              <a:cs typeface="+mn-ea"/>
              <a:sym typeface="+mn-lt"/>
            </a:endParaRPr>
          </a:p>
        </p:txBody>
      </p:sp>
      <p:sp>
        <p:nvSpPr>
          <p:cNvPr id="99" name="22-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2F9EB2FC-BD1E-48CE-ACAB-FB391768C155}"/>
              </a:ext>
            </a:extLst>
          </p:cNvPr>
          <p:cNvSpPr/>
          <p:nvPr/>
        </p:nvSpPr>
        <p:spPr>
          <a:xfrm>
            <a:off x="1208072" y="2083730"/>
            <a:ext cx="2538172" cy="394148"/>
          </a:xfrm>
          <a:prstGeom prst="rect">
            <a:avLst/>
          </a:prstGeom>
          <a:noFill/>
          <a:ln w="15875">
            <a:noFill/>
            <a:prstDash val="dash"/>
          </a:ln>
        </p:spPr>
        <p:txBody>
          <a:bodyPr wrap="none" lIns="90000" tIns="46800" rIns="90000" bIns="46800" rtlCol="0" anchor="t" anchorCtr="0">
            <a:spAutoFit/>
          </a:bodyPr>
          <a:lstStyle/>
          <a:p>
            <a:pPr lvl="0" algn="r">
              <a:lnSpc>
                <a:spcPct val="120000"/>
              </a:lnSpc>
              <a:defRPr/>
            </a:pPr>
            <a:r>
              <a:rPr lang="en-US" b="1" dirty="0">
                <a:solidFill>
                  <a:schemeClr val="bg1"/>
                </a:solidFill>
              </a:rPr>
              <a:t>Image Preprocessing</a:t>
            </a:r>
            <a:endParaRPr kumimoji="0" lang="zh-CN" altLang="en-US" sz="2000" b="1" i="0" u="none" strike="noStrike" kern="1200" cap="none" spc="0" normalizeH="0" baseline="0" noProof="0" dirty="0">
              <a:ln>
                <a:noFill/>
              </a:ln>
              <a:solidFill>
                <a:schemeClr val="bg1"/>
              </a:solidFill>
              <a:effectLst/>
              <a:uLnTx/>
              <a:uFillTx/>
              <a:latin typeface="+mj-lt"/>
              <a:ea typeface="+mj-ea"/>
              <a:cs typeface="+mn-ea"/>
              <a:sym typeface="+mn-lt"/>
            </a:endParaRPr>
          </a:p>
        </p:txBody>
      </p:sp>
      <p:sp>
        <p:nvSpPr>
          <p:cNvPr id="101" name="24-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A8868838-9C48-4AAD-A40B-F407EB468DC4}"/>
              </a:ext>
            </a:extLst>
          </p:cNvPr>
          <p:cNvSpPr/>
          <p:nvPr/>
        </p:nvSpPr>
        <p:spPr>
          <a:xfrm>
            <a:off x="1318679" y="5029131"/>
            <a:ext cx="2427565" cy="394148"/>
          </a:xfrm>
          <a:prstGeom prst="rect">
            <a:avLst/>
          </a:prstGeom>
          <a:noFill/>
          <a:ln w="15875">
            <a:noFill/>
            <a:prstDash val="dash"/>
          </a:ln>
        </p:spPr>
        <p:txBody>
          <a:bodyPr wrap="none" lIns="90000" tIns="46800" rIns="90000" bIns="46800" rtlCol="0" anchor="t" anchorCtr="0">
            <a:spAutoFit/>
          </a:bodyPr>
          <a:lstStyle/>
          <a:p>
            <a:pPr lvl="0" algn="r">
              <a:lnSpc>
                <a:spcPct val="120000"/>
              </a:lnSpc>
              <a:defRPr/>
            </a:pPr>
            <a:r>
              <a:rPr lang="en-US" b="1" dirty="0">
                <a:solidFill>
                  <a:schemeClr val="bg1"/>
                </a:solidFill>
              </a:rPr>
              <a:t>Template Alignment</a:t>
            </a:r>
            <a:endParaRPr kumimoji="0" lang="zh-CN" altLang="en-US" sz="2000" b="1" i="0" u="none" strike="noStrike" kern="1200" cap="none" spc="0" normalizeH="0" baseline="0" noProof="0" dirty="0">
              <a:ln>
                <a:noFill/>
              </a:ln>
              <a:solidFill>
                <a:schemeClr val="bg1"/>
              </a:solidFill>
              <a:effectLst/>
              <a:uLnTx/>
              <a:uFillTx/>
              <a:latin typeface="+mj-lt"/>
              <a:ea typeface="+mj-ea"/>
              <a:cs typeface="+mn-ea"/>
              <a:sym typeface="+mn-lt"/>
            </a:endParaRPr>
          </a:p>
        </p:txBody>
      </p:sp>
      <p:sp>
        <p:nvSpPr>
          <p:cNvPr id="102" name="25-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9ABBD86-075E-489E-9837-1A0DF2E8B453}"/>
              </a:ext>
            </a:extLst>
          </p:cNvPr>
          <p:cNvSpPr>
            <a:spLocks noEditPoints="1"/>
          </p:cNvSpPr>
          <p:nvPr/>
        </p:nvSpPr>
        <p:spPr bwMode="auto">
          <a:xfrm>
            <a:off x="8745690" y="3139502"/>
            <a:ext cx="280708" cy="242539"/>
          </a:xfrm>
          <a:custGeom>
            <a:avLst/>
            <a:gdLst>
              <a:gd name="T0" fmla="*/ 149 w 353"/>
              <a:gd name="T1" fmla="*/ 125 h 305"/>
              <a:gd name="T2" fmla="*/ 204 w 353"/>
              <a:gd name="T3" fmla="*/ 125 h 305"/>
              <a:gd name="T4" fmla="*/ 204 w 353"/>
              <a:gd name="T5" fmla="*/ 180 h 305"/>
              <a:gd name="T6" fmla="*/ 149 w 353"/>
              <a:gd name="T7" fmla="*/ 180 h 305"/>
              <a:gd name="T8" fmla="*/ 149 w 353"/>
              <a:gd name="T9" fmla="*/ 125 h 305"/>
              <a:gd name="T10" fmla="*/ 316 w 353"/>
              <a:gd name="T11" fmla="*/ 152 h 305"/>
              <a:gd name="T12" fmla="*/ 246 w 353"/>
              <a:gd name="T13" fmla="*/ 32 h 305"/>
              <a:gd name="T14" fmla="*/ 107 w 353"/>
              <a:gd name="T15" fmla="*/ 32 h 305"/>
              <a:gd name="T16" fmla="*/ 37 w 353"/>
              <a:gd name="T17" fmla="*/ 152 h 305"/>
              <a:gd name="T18" fmla="*/ 107 w 353"/>
              <a:gd name="T19" fmla="*/ 273 h 305"/>
              <a:gd name="T20" fmla="*/ 246 w 353"/>
              <a:gd name="T21" fmla="*/ 273 h 305"/>
              <a:gd name="T22" fmla="*/ 316 w 353"/>
              <a:gd name="T23" fmla="*/ 152 h 305"/>
              <a:gd name="T24" fmla="*/ 283 w 353"/>
              <a:gd name="T25" fmla="*/ 32 h 305"/>
              <a:gd name="T26" fmla="*/ 246 w 353"/>
              <a:gd name="T27" fmla="*/ 32 h 305"/>
              <a:gd name="T28" fmla="*/ 264 w 353"/>
              <a:gd name="T29" fmla="*/ 63 h 305"/>
              <a:gd name="T30" fmla="*/ 301 w 353"/>
              <a:gd name="T31" fmla="*/ 63 h 305"/>
              <a:gd name="T32" fmla="*/ 353 w 353"/>
              <a:gd name="T33" fmla="*/ 152 h 305"/>
              <a:gd name="T34" fmla="*/ 264 w 353"/>
              <a:gd name="T35" fmla="*/ 305 h 305"/>
              <a:gd name="T36" fmla="*/ 89 w 353"/>
              <a:gd name="T37" fmla="*/ 305 h 305"/>
              <a:gd name="T38" fmla="*/ 0 w 353"/>
              <a:gd name="T39" fmla="*/ 152 h 305"/>
              <a:gd name="T40" fmla="*/ 89 w 353"/>
              <a:gd name="T41" fmla="*/ 0 h 305"/>
              <a:gd name="T42" fmla="*/ 264 w 353"/>
              <a:gd name="T43" fmla="*/ 0 h 305"/>
              <a:gd name="T44" fmla="*/ 283 w 353"/>
              <a:gd name="T45" fmla="*/ 3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3" h="305">
                <a:moveTo>
                  <a:pt x="149" y="125"/>
                </a:moveTo>
                <a:lnTo>
                  <a:pt x="204" y="125"/>
                </a:lnTo>
                <a:lnTo>
                  <a:pt x="204" y="180"/>
                </a:lnTo>
                <a:lnTo>
                  <a:pt x="149" y="180"/>
                </a:lnTo>
                <a:lnTo>
                  <a:pt x="149" y="125"/>
                </a:lnTo>
                <a:close/>
                <a:moveTo>
                  <a:pt x="316" y="152"/>
                </a:moveTo>
                <a:lnTo>
                  <a:pt x="246" y="32"/>
                </a:lnTo>
                <a:lnTo>
                  <a:pt x="107" y="32"/>
                </a:lnTo>
                <a:lnTo>
                  <a:pt x="37" y="152"/>
                </a:lnTo>
                <a:lnTo>
                  <a:pt x="107" y="273"/>
                </a:lnTo>
                <a:lnTo>
                  <a:pt x="246" y="273"/>
                </a:lnTo>
                <a:lnTo>
                  <a:pt x="316" y="152"/>
                </a:lnTo>
                <a:close/>
                <a:moveTo>
                  <a:pt x="283" y="32"/>
                </a:moveTo>
                <a:lnTo>
                  <a:pt x="246" y="32"/>
                </a:lnTo>
                <a:lnTo>
                  <a:pt x="264" y="63"/>
                </a:lnTo>
                <a:lnTo>
                  <a:pt x="301" y="63"/>
                </a:lnTo>
                <a:lnTo>
                  <a:pt x="353" y="152"/>
                </a:lnTo>
                <a:lnTo>
                  <a:pt x="264" y="305"/>
                </a:lnTo>
                <a:lnTo>
                  <a:pt x="89" y="305"/>
                </a:lnTo>
                <a:lnTo>
                  <a:pt x="0" y="152"/>
                </a:lnTo>
                <a:lnTo>
                  <a:pt x="89" y="0"/>
                </a:lnTo>
                <a:lnTo>
                  <a:pt x="264" y="0"/>
                </a:lnTo>
                <a:lnTo>
                  <a:pt x="283" y="3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03" name="26-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7D55E06-417B-4F57-92A2-76D8436743AA}"/>
              </a:ext>
            </a:extLst>
          </p:cNvPr>
          <p:cNvSpPr>
            <a:spLocks noEditPoints="1"/>
          </p:cNvSpPr>
          <p:nvPr/>
        </p:nvSpPr>
        <p:spPr bwMode="auto">
          <a:xfrm>
            <a:off x="8574060" y="4588835"/>
            <a:ext cx="256257" cy="249071"/>
          </a:xfrm>
          <a:custGeom>
            <a:avLst/>
            <a:gdLst>
              <a:gd name="T0" fmla="*/ 231 w 321"/>
              <a:gd name="T1" fmla="*/ 312 h 312"/>
              <a:gd name="T2" fmla="*/ 0 w 321"/>
              <a:gd name="T3" fmla="*/ 312 h 312"/>
              <a:gd name="T4" fmla="*/ 0 w 321"/>
              <a:gd name="T5" fmla="*/ 92 h 312"/>
              <a:gd name="T6" fmla="*/ 1 w 321"/>
              <a:gd name="T7" fmla="*/ 92 h 312"/>
              <a:gd name="T8" fmla="*/ 161 w 321"/>
              <a:gd name="T9" fmla="*/ 0 h 312"/>
              <a:gd name="T10" fmla="*/ 321 w 321"/>
              <a:gd name="T11" fmla="*/ 92 h 312"/>
              <a:gd name="T12" fmla="*/ 321 w 321"/>
              <a:gd name="T13" fmla="*/ 92 h 312"/>
              <a:gd name="T14" fmla="*/ 321 w 321"/>
              <a:gd name="T15" fmla="*/ 312 h 312"/>
              <a:gd name="T16" fmla="*/ 290 w 321"/>
              <a:gd name="T17" fmla="*/ 312 h 312"/>
              <a:gd name="T18" fmla="*/ 290 w 321"/>
              <a:gd name="T19" fmla="*/ 111 h 312"/>
              <a:gd name="T20" fmla="*/ 32 w 321"/>
              <a:gd name="T21" fmla="*/ 111 h 312"/>
              <a:gd name="T22" fmla="*/ 32 w 321"/>
              <a:gd name="T23" fmla="*/ 281 h 312"/>
              <a:gd name="T24" fmla="*/ 231 w 321"/>
              <a:gd name="T25" fmla="*/ 281 h 312"/>
              <a:gd name="T26" fmla="*/ 231 w 321"/>
              <a:gd name="T27" fmla="*/ 312 h 312"/>
              <a:gd name="T28" fmla="*/ 231 w 321"/>
              <a:gd name="T29" fmla="*/ 312 h 312"/>
              <a:gd name="T30" fmla="*/ 161 w 321"/>
              <a:gd name="T31" fmla="*/ 37 h 312"/>
              <a:gd name="T32" fmla="*/ 32 w 321"/>
              <a:gd name="T33" fmla="*/ 111 h 312"/>
              <a:gd name="T34" fmla="*/ 290 w 321"/>
              <a:gd name="T35" fmla="*/ 111 h 312"/>
              <a:gd name="T36" fmla="*/ 161 w 321"/>
              <a:gd name="T37" fmla="*/ 37 h 312"/>
              <a:gd name="T38" fmla="*/ 204 w 321"/>
              <a:gd name="T39" fmla="*/ 179 h 312"/>
              <a:gd name="T40" fmla="*/ 235 w 321"/>
              <a:gd name="T41" fmla="*/ 179 h 312"/>
              <a:gd name="T42" fmla="*/ 235 w 321"/>
              <a:gd name="T43" fmla="*/ 312 h 312"/>
              <a:gd name="T44" fmla="*/ 204 w 321"/>
              <a:gd name="T45" fmla="*/ 312 h 312"/>
              <a:gd name="T46" fmla="*/ 204 w 321"/>
              <a:gd name="T47" fmla="*/ 17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1" h="312">
                <a:moveTo>
                  <a:pt x="231" y="312"/>
                </a:moveTo>
                <a:lnTo>
                  <a:pt x="0" y="312"/>
                </a:lnTo>
                <a:lnTo>
                  <a:pt x="0" y="92"/>
                </a:lnTo>
                <a:lnTo>
                  <a:pt x="1" y="92"/>
                </a:lnTo>
                <a:lnTo>
                  <a:pt x="161" y="0"/>
                </a:lnTo>
                <a:lnTo>
                  <a:pt x="321" y="92"/>
                </a:lnTo>
                <a:lnTo>
                  <a:pt x="321" y="92"/>
                </a:lnTo>
                <a:lnTo>
                  <a:pt x="321" y="312"/>
                </a:lnTo>
                <a:lnTo>
                  <a:pt x="290" y="312"/>
                </a:lnTo>
                <a:lnTo>
                  <a:pt x="290" y="111"/>
                </a:lnTo>
                <a:lnTo>
                  <a:pt x="32" y="111"/>
                </a:lnTo>
                <a:lnTo>
                  <a:pt x="32" y="281"/>
                </a:lnTo>
                <a:lnTo>
                  <a:pt x="231" y="281"/>
                </a:lnTo>
                <a:lnTo>
                  <a:pt x="231" y="312"/>
                </a:lnTo>
                <a:lnTo>
                  <a:pt x="231" y="312"/>
                </a:lnTo>
                <a:close/>
                <a:moveTo>
                  <a:pt x="161" y="37"/>
                </a:moveTo>
                <a:lnTo>
                  <a:pt x="32" y="111"/>
                </a:lnTo>
                <a:lnTo>
                  <a:pt x="290" y="111"/>
                </a:lnTo>
                <a:lnTo>
                  <a:pt x="161" y="37"/>
                </a:lnTo>
                <a:close/>
                <a:moveTo>
                  <a:pt x="204" y="179"/>
                </a:moveTo>
                <a:lnTo>
                  <a:pt x="235" y="179"/>
                </a:lnTo>
                <a:lnTo>
                  <a:pt x="235" y="312"/>
                </a:lnTo>
                <a:lnTo>
                  <a:pt x="204" y="312"/>
                </a:lnTo>
                <a:lnTo>
                  <a:pt x="204" y="17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04" name="27-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B3F7FF66-0303-4B13-96C3-13D13C589073}"/>
              </a:ext>
            </a:extLst>
          </p:cNvPr>
          <p:cNvSpPr>
            <a:spLocks/>
          </p:cNvSpPr>
          <p:nvPr/>
        </p:nvSpPr>
        <p:spPr bwMode="auto">
          <a:xfrm>
            <a:off x="8582213" y="1659273"/>
            <a:ext cx="248104" cy="242535"/>
          </a:xfrm>
          <a:custGeom>
            <a:avLst/>
            <a:gdLst>
              <a:gd name="T0" fmla="*/ 281 w 312"/>
              <a:gd name="T1" fmla="*/ 174 h 305"/>
              <a:gd name="T2" fmla="*/ 312 w 312"/>
              <a:gd name="T3" fmla="*/ 174 h 305"/>
              <a:gd name="T4" fmla="*/ 312 w 312"/>
              <a:gd name="T5" fmla="*/ 305 h 305"/>
              <a:gd name="T6" fmla="*/ 230 w 312"/>
              <a:gd name="T7" fmla="*/ 271 h 305"/>
              <a:gd name="T8" fmla="*/ 0 w 312"/>
              <a:gd name="T9" fmla="*/ 271 h 305"/>
              <a:gd name="T10" fmla="*/ 0 w 312"/>
              <a:gd name="T11" fmla="*/ 0 h 305"/>
              <a:gd name="T12" fmla="*/ 312 w 312"/>
              <a:gd name="T13" fmla="*/ 0 h 305"/>
              <a:gd name="T14" fmla="*/ 312 w 312"/>
              <a:gd name="T15" fmla="*/ 137 h 305"/>
              <a:gd name="T16" fmla="*/ 84 w 312"/>
              <a:gd name="T17" fmla="*/ 137 h 305"/>
              <a:gd name="T18" fmla="*/ 84 w 312"/>
              <a:gd name="T19" fmla="*/ 105 h 305"/>
              <a:gd name="T20" fmla="*/ 281 w 312"/>
              <a:gd name="T21" fmla="*/ 105 h 305"/>
              <a:gd name="T22" fmla="*/ 281 w 312"/>
              <a:gd name="T23" fmla="*/ 32 h 305"/>
              <a:gd name="T24" fmla="*/ 30 w 312"/>
              <a:gd name="T25" fmla="*/ 32 h 305"/>
              <a:gd name="T26" fmla="*/ 30 w 312"/>
              <a:gd name="T27" fmla="*/ 240 h 305"/>
              <a:gd name="T28" fmla="*/ 236 w 312"/>
              <a:gd name="T29" fmla="*/ 240 h 305"/>
              <a:gd name="T30" fmla="*/ 281 w 312"/>
              <a:gd name="T31" fmla="*/ 259 h 305"/>
              <a:gd name="T32" fmla="*/ 281 w 312"/>
              <a:gd name="T33" fmla="*/ 174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2" h="305">
                <a:moveTo>
                  <a:pt x="281" y="174"/>
                </a:moveTo>
                <a:lnTo>
                  <a:pt x="312" y="174"/>
                </a:lnTo>
                <a:lnTo>
                  <a:pt x="312" y="305"/>
                </a:lnTo>
                <a:lnTo>
                  <a:pt x="230" y="271"/>
                </a:lnTo>
                <a:lnTo>
                  <a:pt x="0" y="271"/>
                </a:lnTo>
                <a:lnTo>
                  <a:pt x="0" y="0"/>
                </a:lnTo>
                <a:lnTo>
                  <a:pt x="312" y="0"/>
                </a:lnTo>
                <a:lnTo>
                  <a:pt x="312" y="137"/>
                </a:lnTo>
                <a:lnTo>
                  <a:pt x="84" y="137"/>
                </a:lnTo>
                <a:lnTo>
                  <a:pt x="84" y="105"/>
                </a:lnTo>
                <a:lnTo>
                  <a:pt x="281" y="105"/>
                </a:lnTo>
                <a:lnTo>
                  <a:pt x="281" y="32"/>
                </a:lnTo>
                <a:lnTo>
                  <a:pt x="30" y="32"/>
                </a:lnTo>
                <a:lnTo>
                  <a:pt x="30" y="240"/>
                </a:lnTo>
                <a:lnTo>
                  <a:pt x="236" y="240"/>
                </a:lnTo>
                <a:lnTo>
                  <a:pt x="281" y="259"/>
                </a:lnTo>
                <a:lnTo>
                  <a:pt x="281" y="17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105" name="28-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C8F861F1-C232-4E84-BEF0-4599B88C9507}"/>
              </a:ext>
            </a:extLst>
          </p:cNvPr>
          <p:cNvGrpSpPr/>
          <p:nvPr/>
        </p:nvGrpSpPr>
        <p:grpSpPr>
          <a:xfrm>
            <a:off x="3413260" y="1646176"/>
            <a:ext cx="248104" cy="292188"/>
            <a:chOff x="5542573" y="1959229"/>
            <a:chExt cx="346755" cy="408370"/>
          </a:xfrm>
          <a:solidFill>
            <a:schemeClr val="accent4"/>
          </a:solidFill>
        </p:grpSpPr>
        <p:sp>
          <p:nvSpPr>
            <p:cNvPr id="106" name="28-1-Freeform">
              <a:extLst>
                <a:ext uri="{FF2B5EF4-FFF2-40B4-BE49-F238E27FC236}">
                  <a16:creationId xmlns:a16="http://schemas.microsoft.com/office/drawing/2014/main" id="{811F10E3-ED7E-4AD3-AE54-7D50AFFCE4A2}"/>
                </a:ext>
              </a:extLst>
            </p:cNvPr>
            <p:cNvSpPr>
              <a:spLocks/>
            </p:cNvSpPr>
            <p:nvPr/>
          </p:nvSpPr>
          <p:spPr bwMode="auto">
            <a:xfrm>
              <a:off x="5542573" y="1959229"/>
              <a:ext cx="346755" cy="408370"/>
            </a:xfrm>
            <a:custGeom>
              <a:avLst/>
              <a:gdLst>
                <a:gd name="T0" fmla="*/ 376 w 650"/>
                <a:gd name="T1" fmla="*/ 724 h 766"/>
                <a:gd name="T2" fmla="*/ 321 w 650"/>
                <a:gd name="T3" fmla="*/ 676 h 766"/>
                <a:gd name="T4" fmla="*/ 292 w 650"/>
                <a:gd name="T5" fmla="*/ 651 h 766"/>
                <a:gd name="T6" fmla="*/ 291 w 650"/>
                <a:gd name="T7" fmla="*/ 649 h 766"/>
                <a:gd name="T8" fmla="*/ 67 w 650"/>
                <a:gd name="T9" fmla="*/ 324 h 766"/>
                <a:gd name="T10" fmla="*/ 325 w 650"/>
                <a:gd name="T11" fmla="*/ 66 h 766"/>
                <a:gd name="T12" fmla="*/ 584 w 650"/>
                <a:gd name="T13" fmla="*/ 324 h 766"/>
                <a:gd name="T14" fmla="*/ 406 w 650"/>
                <a:gd name="T15" fmla="*/ 607 h 766"/>
                <a:gd name="T16" fmla="*/ 457 w 650"/>
                <a:gd name="T17" fmla="*/ 651 h 766"/>
                <a:gd name="T18" fmla="*/ 650 w 650"/>
                <a:gd name="T19" fmla="*/ 324 h 766"/>
                <a:gd name="T20" fmla="*/ 325 w 650"/>
                <a:gd name="T21" fmla="*/ 0 h 766"/>
                <a:gd name="T22" fmla="*/ 0 w 650"/>
                <a:gd name="T23" fmla="*/ 324 h 766"/>
                <a:gd name="T24" fmla="*/ 325 w 650"/>
                <a:gd name="T25" fmla="*/ 766 h 766"/>
                <a:gd name="T26" fmla="*/ 376 w 650"/>
                <a:gd name="T27" fmla="*/ 724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0" h="766">
                  <a:moveTo>
                    <a:pt x="376" y="724"/>
                  </a:moveTo>
                  <a:cubicBezTo>
                    <a:pt x="321" y="676"/>
                    <a:pt x="321" y="676"/>
                    <a:pt x="321" y="676"/>
                  </a:cubicBezTo>
                  <a:cubicBezTo>
                    <a:pt x="311" y="667"/>
                    <a:pt x="302" y="659"/>
                    <a:pt x="292" y="651"/>
                  </a:cubicBezTo>
                  <a:cubicBezTo>
                    <a:pt x="291" y="649"/>
                    <a:pt x="291" y="649"/>
                    <a:pt x="291" y="649"/>
                  </a:cubicBezTo>
                  <a:cubicBezTo>
                    <a:pt x="108" y="487"/>
                    <a:pt x="67" y="384"/>
                    <a:pt x="67" y="324"/>
                  </a:cubicBezTo>
                  <a:cubicBezTo>
                    <a:pt x="67" y="182"/>
                    <a:pt x="183" y="66"/>
                    <a:pt x="325" y="66"/>
                  </a:cubicBezTo>
                  <a:cubicBezTo>
                    <a:pt x="468" y="66"/>
                    <a:pt x="584" y="182"/>
                    <a:pt x="584" y="324"/>
                  </a:cubicBezTo>
                  <a:cubicBezTo>
                    <a:pt x="584" y="378"/>
                    <a:pt x="550" y="468"/>
                    <a:pt x="406" y="607"/>
                  </a:cubicBezTo>
                  <a:cubicBezTo>
                    <a:pt x="457" y="651"/>
                    <a:pt x="457" y="651"/>
                    <a:pt x="457" y="651"/>
                  </a:cubicBezTo>
                  <a:cubicBezTo>
                    <a:pt x="586" y="525"/>
                    <a:pt x="650" y="416"/>
                    <a:pt x="650" y="324"/>
                  </a:cubicBezTo>
                  <a:cubicBezTo>
                    <a:pt x="650" y="145"/>
                    <a:pt x="505" y="0"/>
                    <a:pt x="325" y="0"/>
                  </a:cubicBezTo>
                  <a:cubicBezTo>
                    <a:pt x="146" y="0"/>
                    <a:pt x="0" y="145"/>
                    <a:pt x="0" y="324"/>
                  </a:cubicBezTo>
                  <a:cubicBezTo>
                    <a:pt x="0" y="443"/>
                    <a:pt x="109" y="591"/>
                    <a:pt x="325" y="766"/>
                  </a:cubicBezTo>
                  <a:cubicBezTo>
                    <a:pt x="342" y="752"/>
                    <a:pt x="359" y="738"/>
                    <a:pt x="376" y="72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07" name="28-2-Freeform">
              <a:extLst>
                <a:ext uri="{FF2B5EF4-FFF2-40B4-BE49-F238E27FC236}">
                  <a16:creationId xmlns:a16="http://schemas.microsoft.com/office/drawing/2014/main" id="{131F7689-FFC2-4B96-886D-5D8469A81116}"/>
                </a:ext>
              </a:extLst>
            </p:cNvPr>
            <p:cNvSpPr>
              <a:spLocks noEditPoints="1"/>
            </p:cNvSpPr>
            <p:nvPr/>
          </p:nvSpPr>
          <p:spPr bwMode="auto">
            <a:xfrm>
              <a:off x="5629810" y="2045747"/>
              <a:ext cx="172283" cy="172282"/>
            </a:xfrm>
            <a:custGeom>
              <a:avLst/>
              <a:gdLst>
                <a:gd name="T0" fmla="*/ 141 w 283"/>
                <a:gd name="T1" fmla="*/ 217 h 283"/>
                <a:gd name="T2" fmla="*/ 216 w 283"/>
                <a:gd name="T3" fmla="*/ 142 h 283"/>
                <a:gd name="T4" fmla="*/ 141 w 283"/>
                <a:gd name="T5" fmla="*/ 67 h 283"/>
                <a:gd name="T6" fmla="*/ 66 w 283"/>
                <a:gd name="T7" fmla="*/ 142 h 283"/>
                <a:gd name="T8" fmla="*/ 141 w 283"/>
                <a:gd name="T9" fmla="*/ 217 h 283"/>
                <a:gd name="T10" fmla="*/ 141 w 283"/>
                <a:gd name="T11" fmla="*/ 283 h 283"/>
                <a:gd name="T12" fmla="*/ 0 w 283"/>
                <a:gd name="T13" fmla="*/ 142 h 283"/>
                <a:gd name="T14" fmla="*/ 141 w 283"/>
                <a:gd name="T15" fmla="*/ 0 h 283"/>
                <a:gd name="T16" fmla="*/ 283 w 283"/>
                <a:gd name="T17" fmla="*/ 142 h 283"/>
                <a:gd name="T18" fmla="*/ 141 w 283"/>
                <a:gd name="T19" fmla="*/ 283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1" y="217"/>
                  </a:moveTo>
                  <a:cubicBezTo>
                    <a:pt x="183" y="217"/>
                    <a:pt x="216" y="183"/>
                    <a:pt x="216" y="142"/>
                  </a:cubicBezTo>
                  <a:cubicBezTo>
                    <a:pt x="216" y="100"/>
                    <a:pt x="183" y="67"/>
                    <a:pt x="141" y="67"/>
                  </a:cubicBezTo>
                  <a:cubicBezTo>
                    <a:pt x="100" y="67"/>
                    <a:pt x="66" y="100"/>
                    <a:pt x="66" y="142"/>
                  </a:cubicBezTo>
                  <a:cubicBezTo>
                    <a:pt x="66" y="183"/>
                    <a:pt x="100" y="217"/>
                    <a:pt x="141" y="217"/>
                  </a:cubicBezTo>
                  <a:close/>
                  <a:moveTo>
                    <a:pt x="141" y="283"/>
                  </a:moveTo>
                  <a:cubicBezTo>
                    <a:pt x="63" y="283"/>
                    <a:pt x="0" y="220"/>
                    <a:pt x="0" y="142"/>
                  </a:cubicBezTo>
                  <a:cubicBezTo>
                    <a:pt x="0" y="63"/>
                    <a:pt x="63" y="0"/>
                    <a:pt x="141" y="0"/>
                  </a:cubicBezTo>
                  <a:cubicBezTo>
                    <a:pt x="220" y="0"/>
                    <a:pt x="283" y="63"/>
                    <a:pt x="283" y="142"/>
                  </a:cubicBezTo>
                  <a:cubicBezTo>
                    <a:pt x="283" y="220"/>
                    <a:pt x="220" y="283"/>
                    <a:pt x="141" y="28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108" name="29-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F6E3EB5-2B2A-439E-89F9-938333D68CF3}"/>
              </a:ext>
            </a:extLst>
          </p:cNvPr>
          <p:cNvSpPr>
            <a:spLocks/>
          </p:cNvSpPr>
          <p:nvPr/>
        </p:nvSpPr>
        <p:spPr bwMode="auto">
          <a:xfrm>
            <a:off x="3216993" y="3134112"/>
            <a:ext cx="295814" cy="246563"/>
          </a:xfrm>
          <a:custGeom>
            <a:avLst/>
            <a:gdLst>
              <a:gd name="T0" fmla="*/ 1027 w 1898"/>
              <a:gd name="T1" fmla="*/ 806 h 1582"/>
              <a:gd name="T2" fmla="*/ 1027 w 1898"/>
              <a:gd name="T3" fmla="*/ 581 h 1582"/>
              <a:gd name="T4" fmla="*/ 396 w 1898"/>
              <a:gd name="T5" fmla="*/ 707 h 1582"/>
              <a:gd name="T6" fmla="*/ 396 w 1898"/>
              <a:gd name="T7" fmla="*/ 1582 h 1582"/>
              <a:gd name="T8" fmla="*/ 0 w 1898"/>
              <a:gd name="T9" fmla="*/ 1582 h 1582"/>
              <a:gd name="T10" fmla="*/ 0 w 1898"/>
              <a:gd name="T11" fmla="*/ 1426 h 1582"/>
              <a:gd name="T12" fmla="*/ 238 w 1898"/>
              <a:gd name="T13" fmla="*/ 1426 h 1582"/>
              <a:gd name="T14" fmla="*/ 238 w 1898"/>
              <a:gd name="T15" fmla="*/ 579 h 1582"/>
              <a:gd name="T16" fmla="*/ 712 w 1898"/>
              <a:gd name="T17" fmla="*/ 484 h 1582"/>
              <a:gd name="T18" fmla="*/ 712 w 1898"/>
              <a:gd name="T19" fmla="*/ 187 h 1582"/>
              <a:gd name="T20" fmla="*/ 1661 w 1898"/>
              <a:gd name="T21" fmla="*/ 0 h 1582"/>
              <a:gd name="T22" fmla="*/ 1661 w 1898"/>
              <a:gd name="T23" fmla="*/ 1426 h 1582"/>
              <a:gd name="T24" fmla="*/ 1898 w 1898"/>
              <a:gd name="T25" fmla="*/ 1426 h 1582"/>
              <a:gd name="T26" fmla="*/ 1898 w 1898"/>
              <a:gd name="T27" fmla="*/ 1582 h 1582"/>
              <a:gd name="T28" fmla="*/ 1027 w 1898"/>
              <a:gd name="T29" fmla="*/ 1582 h 1582"/>
              <a:gd name="T30" fmla="*/ 1027 w 1898"/>
              <a:gd name="T31" fmla="*/ 1229 h 1582"/>
              <a:gd name="T32" fmla="*/ 1186 w 1898"/>
              <a:gd name="T33" fmla="*/ 1072 h 1582"/>
              <a:gd name="T34" fmla="*/ 1186 w 1898"/>
              <a:gd name="T35" fmla="*/ 1426 h 1582"/>
              <a:gd name="T36" fmla="*/ 1502 w 1898"/>
              <a:gd name="T37" fmla="*/ 1426 h 1582"/>
              <a:gd name="T38" fmla="*/ 1502 w 1898"/>
              <a:gd name="T39" fmla="*/ 189 h 1582"/>
              <a:gd name="T40" fmla="*/ 871 w 1898"/>
              <a:gd name="T41" fmla="*/ 315 h 1582"/>
              <a:gd name="T42" fmla="*/ 871 w 1898"/>
              <a:gd name="T43" fmla="*/ 453 h 1582"/>
              <a:gd name="T44" fmla="*/ 1186 w 1898"/>
              <a:gd name="T45" fmla="*/ 391 h 1582"/>
              <a:gd name="T46" fmla="*/ 1186 w 1898"/>
              <a:gd name="T47" fmla="*/ 873 h 1582"/>
              <a:gd name="T48" fmla="*/ 1184 w 1898"/>
              <a:gd name="T49" fmla="*/ 873 h 1582"/>
              <a:gd name="T50" fmla="*/ 1184 w 1898"/>
              <a:gd name="T51" fmla="*/ 873 h 1582"/>
              <a:gd name="T52" fmla="*/ 852 w 1898"/>
              <a:gd name="T53" fmla="*/ 1205 h 1582"/>
              <a:gd name="T54" fmla="*/ 629 w 1898"/>
              <a:gd name="T55" fmla="*/ 982 h 1582"/>
              <a:gd name="T56" fmla="*/ 740 w 1898"/>
              <a:gd name="T57" fmla="*/ 870 h 1582"/>
              <a:gd name="T58" fmla="*/ 852 w 1898"/>
              <a:gd name="T59" fmla="*/ 982 h 1582"/>
              <a:gd name="T60" fmla="*/ 1027 w 1898"/>
              <a:gd name="T61" fmla="*/ 806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98" h="1582">
                <a:moveTo>
                  <a:pt x="1027" y="806"/>
                </a:moveTo>
                <a:lnTo>
                  <a:pt x="1027" y="581"/>
                </a:lnTo>
                <a:lnTo>
                  <a:pt x="396" y="707"/>
                </a:lnTo>
                <a:lnTo>
                  <a:pt x="396" y="1582"/>
                </a:lnTo>
                <a:lnTo>
                  <a:pt x="0" y="1582"/>
                </a:lnTo>
                <a:lnTo>
                  <a:pt x="0" y="1426"/>
                </a:lnTo>
                <a:lnTo>
                  <a:pt x="238" y="1426"/>
                </a:lnTo>
                <a:lnTo>
                  <a:pt x="238" y="579"/>
                </a:lnTo>
                <a:lnTo>
                  <a:pt x="712" y="484"/>
                </a:lnTo>
                <a:lnTo>
                  <a:pt x="712" y="187"/>
                </a:lnTo>
                <a:lnTo>
                  <a:pt x="1661" y="0"/>
                </a:lnTo>
                <a:lnTo>
                  <a:pt x="1661" y="1426"/>
                </a:lnTo>
                <a:lnTo>
                  <a:pt x="1898" y="1426"/>
                </a:lnTo>
                <a:lnTo>
                  <a:pt x="1898" y="1582"/>
                </a:lnTo>
                <a:lnTo>
                  <a:pt x="1027" y="1582"/>
                </a:lnTo>
                <a:lnTo>
                  <a:pt x="1027" y="1229"/>
                </a:lnTo>
                <a:lnTo>
                  <a:pt x="1186" y="1072"/>
                </a:lnTo>
                <a:lnTo>
                  <a:pt x="1186" y="1426"/>
                </a:lnTo>
                <a:lnTo>
                  <a:pt x="1502" y="1426"/>
                </a:lnTo>
                <a:lnTo>
                  <a:pt x="1502" y="189"/>
                </a:lnTo>
                <a:lnTo>
                  <a:pt x="871" y="315"/>
                </a:lnTo>
                <a:lnTo>
                  <a:pt x="871" y="453"/>
                </a:lnTo>
                <a:lnTo>
                  <a:pt x="1186" y="391"/>
                </a:lnTo>
                <a:lnTo>
                  <a:pt x="1186" y="873"/>
                </a:lnTo>
                <a:lnTo>
                  <a:pt x="1184" y="873"/>
                </a:lnTo>
                <a:lnTo>
                  <a:pt x="1184" y="873"/>
                </a:lnTo>
                <a:lnTo>
                  <a:pt x="852" y="1205"/>
                </a:lnTo>
                <a:lnTo>
                  <a:pt x="629" y="982"/>
                </a:lnTo>
                <a:lnTo>
                  <a:pt x="740" y="870"/>
                </a:lnTo>
                <a:lnTo>
                  <a:pt x="852" y="982"/>
                </a:lnTo>
                <a:lnTo>
                  <a:pt x="1027" y="806"/>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09" name="30-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02756B0B-753A-4039-B372-72F9AF8FD3F4}"/>
              </a:ext>
            </a:extLst>
          </p:cNvPr>
          <p:cNvSpPr>
            <a:spLocks noEditPoints="1"/>
          </p:cNvSpPr>
          <p:nvPr/>
        </p:nvSpPr>
        <p:spPr bwMode="auto">
          <a:xfrm>
            <a:off x="3416311" y="4612064"/>
            <a:ext cx="241009" cy="264239"/>
          </a:xfrm>
          <a:custGeom>
            <a:avLst/>
            <a:gdLst>
              <a:gd name="T0" fmla="*/ 67 w 700"/>
              <a:gd name="T1" fmla="*/ 416 h 767"/>
              <a:gd name="T2" fmla="*/ 350 w 700"/>
              <a:gd name="T3" fmla="*/ 701 h 767"/>
              <a:gd name="T4" fmla="*/ 633 w 700"/>
              <a:gd name="T5" fmla="*/ 414 h 767"/>
              <a:gd name="T6" fmla="*/ 532 w 700"/>
              <a:gd name="T7" fmla="*/ 207 h 767"/>
              <a:gd name="T8" fmla="*/ 500 w 700"/>
              <a:gd name="T9" fmla="*/ 279 h 767"/>
              <a:gd name="T10" fmla="*/ 452 w 700"/>
              <a:gd name="T11" fmla="*/ 330 h 767"/>
              <a:gd name="T12" fmla="*/ 399 w 700"/>
              <a:gd name="T13" fmla="*/ 378 h 767"/>
              <a:gd name="T14" fmla="*/ 397 w 700"/>
              <a:gd name="T15" fmla="*/ 307 h 767"/>
              <a:gd name="T16" fmla="*/ 396 w 700"/>
              <a:gd name="T17" fmla="*/ 271 h 767"/>
              <a:gd name="T18" fmla="*/ 219 w 700"/>
              <a:gd name="T19" fmla="*/ 70 h 767"/>
              <a:gd name="T20" fmla="*/ 207 w 700"/>
              <a:gd name="T21" fmla="*/ 69 h 767"/>
              <a:gd name="T22" fmla="*/ 199 w 700"/>
              <a:gd name="T23" fmla="*/ 118 h 767"/>
              <a:gd name="T24" fmla="*/ 120 w 700"/>
              <a:gd name="T25" fmla="*/ 254 h 767"/>
              <a:gd name="T26" fmla="*/ 116 w 700"/>
              <a:gd name="T27" fmla="*/ 257 h 767"/>
              <a:gd name="T28" fmla="*/ 67 w 700"/>
              <a:gd name="T29" fmla="*/ 416 h 767"/>
              <a:gd name="T30" fmla="*/ 469 w 700"/>
              <a:gd name="T31" fmla="*/ 183 h 767"/>
              <a:gd name="T32" fmla="*/ 477 w 700"/>
              <a:gd name="T33" fmla="*/ 147 h 767"/>
              <a:gd name="T34" fmla="*/ 486 w 700"/>
              <a:gd name="T35" fmla="*/ 105 h 767"/>
              <a:gd name="T36" fmla="*/ 525 w 700"/>
              <a:gd name="T37" fmla="*/ 125 h 767"/>
              <a:gd name="T38" fmla="*/ 567 w 700"/>
              <a:gd name="T39" fmla="*/ 150 h 767"/>
              <a:gd name="T40" fmla="*/ 700 w 700"/>
              <a:gd name="T41" fmla="*/ 414 h 767"/>
              <a:gd name="T42" fmla="*/ 350 w 700"/>
              <a:gd name="T43" fmla="*/ 767 h 767"/>
              <a:gd name="T44" fmla="*/ 0 w 700"/>
              <a:gd name="T45" fmla="*/ 416 h 767"/>
              <a:gd name="T46" fmla="*/ 64 w 700"/>
              <a:gd name="T47" fmla="*/ 216 h 767"/>
              <a:gd name="T48" fmla="*/ 66 w 700"/>
              <a:gd name="T49" fmla="*/ 214 h 767"/>
              <a:gd name="T50" fmla="*/ 70 w 700"/>
              <a:gd name="T51" fmla="*/ 209 h 767"/>
              <a:gd name="T52" fmla="*/ 135 w 700"/>
              <a:gd name="T53" fmla="*/ 101 h 767"/>
              <a:gd name="T54" fmla="*/ 143 w 700"/>
              <a:gd name="T55" fmla="*/ 31 h 767"/>
              <a:gd name="T56" fmla="*/ 146 w 700"/>
              <a:gd name="T57" fmla="*/ 0 h 767"/>
              <a:gd name="T58" fmla="*/ 177 w 700"/>
              <a:gd name="T59" fmla="*/ 1 h 767"/>
              <a:gd name="T60" fmla="*/ 231 w 700"/>
              <a:gd name="T61" fmla="*/ 5 h 767"/>
              <a:gd name="T62" fmla="*/ 457 w 700"/>
              <a:gd name="T63" fmla="*/ 219 h 767"/>
              <a:gd name="T64" fmla="*/ 469 w 700"/>
              <a:gd name="T65" fmla="*/ 183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00" h="767">
                <a:moveTo>
                  <a:pt x="67" y="416"/>
                </a:moveTo>
                <a:cubicBezTo>
                  <a:pt x="67" y="573"/>
                  <a:pt x="194" y="701"/>
                  <a:pt x="350" y="701"/>
                </a:cubicBezTo>
                <a:cubicBezTo>
                  <a:pt x="507" y="701"/>
                  <a:pt x="633" y="573"/>
                  <a:pt x="633" y="414"/>
                </a:cubicBezTo>
                <a:cubicBezTo>
                  <a:pt x="633" y="333"/>
                  <a:pt x="596" y="258"/>
                  <a:pt x="532" y="207"/>
                </a:cubicBezTo>
                <a:cubicBezTo>
                  <a:pt x="525" y="232"/>
                  <a:pt x="514" y="256"/>
                  <a:pt x="500" y="279"/>
                </a:cubicBezTo>
                <a:cubicBezTo>
                  <a:pt x="492" y="293"/>
                  <a:pt x="476" y="309"/>
                  <a:pt x="452" y="330"/>
                </a:cubicBezTo>
                <a:cubicBezTo>
                  <a:pt x="399" y="378"/>
                  <a:pt x="399" y="378"/>
                  <a:pt x="399" y="378"/>
                </a:cubicBezTo>
                <a:cubicBezTo>
                  <a:pt x="397" y="307"/>
                  <a:pt x="397" y="307"/>
                  <a:pt x="397" y="307"/>
                </a:cubicBezTo>
                <a:cubicBezTo>
                  <a:pt x="396" y="295"/>
                  <a:pt x="396" y="283"/>
                  <a:pt x="396" y="271"/>
                </a:cubicBezTo>
                <a:cubicBezTo>
                  <a:pt x="396" y="172"/>
                  <a:pt x="321" y="87"/>
                  <a:pt x="219" y="70"/>
                </a:cubicBezTo>
                <a:cubicBezTo>
                  <a:pt x="215" y="70"/>
                  <a:pt x="211" y="69"/>
                  <a:pt x="207" y="69"/>
                </a:cubicBezTo>
                <a:cubicBezTo>
                  <a:pt x="204" y="92"/>
                  <a:pt x="202" y="108"/>
                  <a:pt x="199" y="118"/>
                </a:cubicBezTo>
                <a:cubicBezTo>
                  <a:pt x="188" y="163"/>
                  <a:pt x="161" y="206"/>
                  <a:pt x="120" y="254"/>
                </a:cubicBezTo>
                <a:cubicBezTo>
                  <a:pt x="116" y="257"/>
                  <a:pt x="116" y="257"/>
                  <a:pt x="116" y="257"/>
                </a:cubicBezTo>
                <a:cubicBezTo>
                  <a:pt x="84" y="301"/>
                  <a:pt x="67" y="357"/>
                  <a:pt x="67" y="416"/>
                </a:cubicBezTo>
                <a:close/>
                <a:moveTo>
                  <a:pt x="469" y="183"/>
                </a:moveTo>
                <a:cubicBezTo>
                  <a:pt x="471" y="176"/>
                  <a:pt x="474" y="164"/>
                  <a:pt x="477" y="147"/>
                </a:cubicBezTo>
                <a:cubicBezTo>
                  <a:pt x="486" y="105"/>
                  <a:pt x="486" y="105"/>
                  <a:pt x="486" y="105"/>
                </a:cubicBezTo>
                <a:cubicBezTo>
                  <a:pt x="525" y="125"/>
                  <a:pt x="525" y="125"/>
                  <a:pt x="525" y="125"/>
                </a:cubicBezTo>
                <a:cubicBezTo>
                  <a:pt x="545" y="135"/>
                  <a:pt x="559" y="143"/>
                  <a:pt x="567" y="150"/>
                </a:cubicBezTo>
                <a:cubicBezTo>
                  <a:pt x="650" y="213"/>
                  <a:pt x="700" y="309"/>
                  <a:pt x="700" y="414"/>
                </a:cubicBezTo>
                <a:cubicBezTo>
                  <a:pt x="700" y="610"/>
                  <a:pt x="544" y="767"/>
                  <a:pt x="350" y="767"/>
                </a:cubicBezTo>
                <a:cubicBezTo>
                  <a:pt x="157" y="767"/>
                  <a:pt x="0" y="610"/>
                  <a:pt x="0" y="416"/>
                </a:cubicBezTo>
                <a:cubicBezTo>
                  <a:pt x="0" y="342"/>
                  <a:pt x="22" y="272"/>
                  <a:pt x="64" y="216"/>
                </a:cubicBezTo>
                <a:cubicBezTo>
                  <a:pt x="66" y="214"/>
                  <a:pt x="66" y="214"/>
                  <a:pt x="66" y="214"/>
                </a:cubicBezTo>
                <a:cubicBezTo>
                  <a:pt x="70" y="209"/>
                  <a:pt x="70" y="209"/>
                  <a:pt x="70" y="209"/>
                </a:cubicBezTo>
                <a:cubicBezTo>
                  <a:pt x="105" y="169"/>
                  <a:pt x="126" y="135"/>
                  <a:pt x="135" y="101"/>
                </a:cubicBezTo>
                <a:cubicBezTo>
                  <a:pt x="137" y="93"/>
                  <a:pt x="140" y="69"/>
                  <a:pt x="143" y="31"/>
                </a:cubicBezTo>
                <a:cubicBezTo>
                  <a:pt x="146" y="0"/>
                  <a:pt x="146" y="0"/>
                  <a:pt x="146" y="0"/>
                </a:cubicBezTo>
                <a:cubicBezTo>
                  <a:pt x="177" y="1"/>
                  <a:pt x="177" y="1"/>
                  <a:pt x="177" y="1"/>
                </a:cubicBezTo>
                <a:cubicBezTo>
                  <a:pt x="202" y="1"/>
                  <a:pt x="219" y="3"/>
                  <a:pt x="231" y="5"/>
                </a:cubicBezTo>
                <a:cubicBezTo>
                  <a:pt x="346" y="24"/>
                  <a:pt x="435" y="110"/>
                  <a:pt x="457" y="219"/>
                </a:cubicBezTo>
                <a:cubicBezTo>
                  <a:pt x="462" y="207"/>
                  <a:pt x="466" y="195"/>
                  <a:pt x="469" y="18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12" name="31-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5ECFFD6-126D-4A08-B821-CC9FCD6BAC3B}"/>
              </a:ext>
            </a:extLst>
          </p:cNvPr>
          <p:cNvSpPr/>
          <p:nvPr/>
        </p:nvSpPr>
        <p:spPr>
          <a:xfrm>
            <a:off x="2755900" y="5783426"/>
            <a:ext cx="6680200" cy="306559"/>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white">
                    <a:alpha val="78000"/>
                  </a:prstClr>
                </a:solidFill>
                <a:effectLst/>
                <a:uLnTx/>
                <a:uFillTx/>
                <a:cs typeface="+mn-ea"/>
                <a:sym typeface="+mn-lt"/>
              </a:rPr>
              <a:t> </a:t>
            </a:r>
          </a:p>
        </p:txBody>
      </p:sp>
      <p:cxnSp>
        <p:nvCxnSpPr>
          <p:cNvPr id="113" name="32-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37079EE8-A97D-4BDF-805E-EDEE19D2E576}"/>
              </a:ext>
            </a:extLst>
          </p:cNvPr>
          <p:cNvCxnSpPr/>
          <p:nvPr/>
        </p:nvCxnSpPr>
        <p:spPr>
          <a:xfrm>
            <a:off x="6006000" y="6489159"/>
            <a:ext cx="18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370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750"/>
                                        <p:tgtEl>
                                          <p:spTgt spid="49"/>
                                        </p:tgtEl>
                                      </p:cBhvr>
                                    </p:animEffect>
                                  </p:childTnLst>
                                </p:cTn>
                              </p:par>
                              <p:par>
                                <p:cTn id="8" presetID="42" presetClass="path" presetSubtype="0" decel="50667" fill="hold" nodeType="withEffect">
                                  <p:stCondLst>
                                    <p:cond delay="0"/>
                                  </p:stCondLst>
                                  <p:childTnLst>
                                    <p:animMotion origin="layout" path="M -2.70833E-6 -0.03982 L -2.70833E-6 0.14814 " pathEditMode="relative" rAng="0" ptsTypes="AA">
                                      <p:cBhvr>
                                        <p:cTn id="9" dur="750" spd="-100000" fill="hold"/>
                                        <p:tgtEl>
                                          <p:spTgt spid="49"/>
                                        </p:tgtEl>
                                        <p:attrNameLst>
                                          <p:attrName>ppt_x</p:attrName>
                                          <p:attrName>ppt_y</p:attrName>
                                        </p:attrNameLst>
                                      </p:cBhvr>
                                      <p:rCtr x="0" y="9398"/>
                                    </p:animMotion>
                                  </p:childTnLst>
                                </p:cTn>
                              </p:par>
                              <p:par>
                                <p:cTn id="10" presetID="42" presetClass="path" presetSubtype="0" decel="50667" fill="hold" nodeType="withEffect">
                                  <p:stCondLst>
                                    <p:cond delay="750"/>
                                  </p:stCondLst>
                                  <p:childTnLst>
                                    <p:animMotion origin="layout" path="M -2.70833E-6 -0.03982 L -2.70833E-6 4.44444E-6 " pathEditMode="relative" rAng="0" ptsTypes="AA">
                                      <p:cBhvr>
                                        <p:cTn id="11" dur="750" fill="hold"/>
                                        <p:tgtEl>
                                          <p:spTgt spid="49"/>
                                        </p:tgtEl>
                                        <p:attrNameLst>
                                          <p:attrName>ppt_x</p:attrName>
                                          <p:attrName>ppt_y</p:attrName>
                                        </p:attrNameLst>
                                      </p:cBhvr>
                                      <p:rCtr x="0" y="1991"/>
                                    </p:animMotion>
                                  </p:childTnLst>
                                </p:cTn>
                              </p:par>
                              <p:par>
                                <p:cTn id="12" presetID="10" presetClass="entr" presetSubtype="0" fill="hold" grpId="0" nodeType="withEffect" nodePh="1">
                                  <p:stCondLst>
                                    <p:cond delay="750"/>
                                  </p:stCondLst>
                                  <p:endCondLst>
                                    <p:cond evt="begin" delay="0">
                                      <p:tn val="12"/>
                                    </p:cond>
                                  </p:endCondLst>
                                  <p:childTnLst>
                                    <p:set>
                                      <p:cBhvr>
                                        <p:cTn id="13" dur="1" fill="hold">
                                          <p:stCondLst>
                                            <p:cond delay="0"/>
                                          </p:stCondLst>
                                        </p:cTn>
                                        <p:tgtEl>
                                          <p:spTgt spid="110"/>
                                        </p:tgtEl>
                                        <p:attrNameLst>
                                          <p:attrName>style.visibility</p:attrName>
                                        </p:attrNameLst>
                                      </p:cBhvr>
                                      <p:to>
                                        <p:strVal val="visible"/>
                                      </p:to>
                                    </p:set>
                                    <p:animEffect transition="in" filter="fade">
                                      <p:cBhvr>
                                        <p:cTn id="14" dur="1000"/>
                                        <p:tgtEl>
                                          <p:spTgt spid="110"/>
                                        </p:tgtEl>
                                      </p:cBhvr>
                                    </p:animEffect>
                                  </p:childTnLst>
                                </p:cTn>
                              </p:par>
                              <p:par>
                                <p:cTn id="15" presetID="6" presetClass="emph" presetSubtype="0" decel="50000" fill="hold" grpId="1" nodeType="withEffect" nodePh="1">
                                  <p:stCondLst>
                                    <p:cond delay="750"/>
                                  </p:stCondLst>
                                  <p:endCondLst>
                                    <p:cond evt="begin" delay="0">
                                      <p:tn val="15"/>
                                    </p:cond>
                                  </p:endCondLst>
                                  <p:childTnLst>
                                    <p:animScale>
                                      <p:cBhvr>
                                        <p:cTn id="16" dur="1000" fill="hold"/>
                                        <p:tgtEl>
                                          <p:spTgt spid="110"/>
                                        </p:tgtEl>
                                      </p:cBhvr>
                                      <p:by x="150000" y="150000"/>
                                      <p:from x="253226" y="253226"/>
                                      <p:to x="100000" y="100000"/>
                                    </p:animScale>
                                  </p:childTnLst>
                                </p:cTn>
                              </p:par>
                              <p:par>
                                <p:cTn id="17" presetID="10" presetClass="entr" presetSubtype="0" fill="hold" nodeType="withEffect">
                                  <p:stCondLst>
                                    <p:cond delay="75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750"/>
                                        <p:tgtEl>
                                          <p:spTgt spid="58"/>
                                        </p:tgtEl>
                                      </p:cBhvr>
                                    </p:animEffect>
                                  </p:childTnLst>
                                </p:cTn>
                              </p:par>
                              <p:par>
                                <p:cTn id="20" presetID="6" presetClass="emph" presetSubtype="0" decel="50000" fill="hold" nodeType="withEffect">
                                  <p:stCondLst>
                                    <p:cond delay="750"/>
                                  </p:stCondLst>
                                  <p:childTnLst>
                                    <p:animScale>
                                      <p:cBhvr>
                                        <p:cTn id="21" dur="1250" fill="hold"/>
                                        <p:tgtEl>
                                          <p:spTgt spid="58"/>
                                        </p:tgtEl>
                                      </p:cBhvr>
                                      <p:by x="150000" y="150000"/>
                                      <p:from x="70000" y="70000"/>
                                      <p:to x="100000" y="100000"/>
                                    </p:animScale>
                                  </p:childTnLst>
                                </p:cTn>
                              </p:par>
                              <p:par>
                                <p:cTn id="22" presetID="8" presetClass="emph" presetSubtype="0" repeatCount="2000" fill="hold" nodeType="withEffect">
                                  <p:stCondLst>
                                    <p:cond delay="750"/>
                                  </p:stCondLst>
                                  <p:childTnLst>
                                    <p:animRot by="21600000">
                                      <p:cBhvr>
                                        <p:cTn id="23" dur="2000" fill="hold"/>
                                        <p:tgtEl>
                                          <p:spTgt spid="58"/>
                                        </p:tgtEl>
                                        <p:attrNameLst>
                                          <p:attrName>r</p:attrName>
                                        </p:attrNameLst>
                                      </p:cBhvr>
                                    </p:animRot>
                                  </p:childTnLst>
                                </p:cTn>
                              </p:par>
                              <p:par>
                                <p:cTn id="24" presetID="10" presetClass="entr" presetSubtype="0" fill="hold" nodeType="withEffect">
                                  <p:stCondLst>
                                    <p:cond delay="125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750"/>
                                        <p:tgtEl>
                                          <p:spTgt spid="22"/>
                                        </p:tgtEl>
                                      </p:cBhvr>
                                    </p:animEffect>
                                  </p:childTnLst>
                                </p:cTn>
                              </p:par>
                              <p:par>
                                <p:cTn id="27" presetID="6" presetClass="emph" presetSubtype="0" decel="50000" fill="hold" nodeType="withEffect">
                                  <p:stCondLst>
                                    <p:cond delay="1250"/>
                                  </p:stCondLst>
                                  <p:childTnLst>
                                    <p:animScale>
                                      <p:cBhvr>
                                        <p:cTn id="28" dur="750" fill="hold"/>
                                        <p:tgtEl>
                                          <p:spTgt spid="22"/>
                                        </p:tgtEl>
                                      </p:cBhvr>
                                      <p:by x="150000" y="150000"/>
                                      <p:from x="150000" y="150000"/>
                                      <p:to x="100000" y="100000"/>
                                    </p:animScale>
                                  </p:childTnLst>
                                </p:cTn>
                              </p:par>
                              <p:par>
                                <p:cTn id="29" presetID="53" presetClass="entr" presetSubtype="16" fill="hold" nodeType="withEffect">
                                  <p:stCondLst>
                                    <p:cond delay="1750"/>
                                  </p:stCondLst>
                                  <p:childTnLst>
                                    <p:set>
                                      <p:cBhvr>
                                        <p:cTn id="30" dur="1" fill="hold">
                                          <p:stCondLst>
                                            <p:cond delay="0"/>
                                          </p:stCondLst>
                                        </p:cTn>
                                        <p:tgtEl>
                                          <p:spTgt spid="4"/>
                                        </p:tgtEl>
                                        <p:attrNameLst>
                                          <p:attrName>style.visibility</p:attrName>
                                        </p:attrNameLst>
                                      </p:cBhvr>
                                      <p:to>
                                        <p:strVal val="visible"/>
                                      </p:to>
                                    </p:set>
                                    <p:anim calcmode="lin" valueType="num">
                                      <p:cBhvr>
                                        <p:cTn id="31" dur="750" fill="hold"/>
                                        <p:tgtEl>
                                          <p:spTgt spid="4"/>
                                        </p:tgtEl>
                                        <p:attrNameLst>
                                          <p:attrName>ppt_w</p:attrName>
                                        </p:attrNameLst>
                                      </p:cBhvr>
                                      <p:tavLst>
                                        <p:tav tm="0">
                                          <p:val>
                                            <p:fltVal val="0"/>
                                          </p:val>
                                        </p:tav>
                                        <p:tav tm="100000">
                                          <p:val>
                                            <p:strVal val="#ppt_w"/>
                                          </p:val>
                                        </p:tav>
                                      </p:tavLst>
                                    </p:anim>
                                    <p:anim calcmode="lin" valueType="num">
                                      <p:cBhvr>
                                        <p:cTn id="32" dur="750" fill="hold"/>
                                        <p:tgtEl>
                                          <p:spTgt spid="4"/>
                                        </p:tgtEl>
                                        <p:attrNameLst>
                                          <p:attrName>ppt_h</p:attrName>
                                        </p:attrNameLst>
                                      </p:cBhvr>
                                      <p:tavLst>
                                        <p:tav tm="0">
                                          <p:val>
                                            <p:fltVal val="0"/>
                                          </p:val>
                                        </p:tav>
                                        <p:tav tm="100000">
                                          <p:val>
                                            <p:strVal val="#ppt_h"/>
                                          </p:val>
                                        </p:tav>
                                      </p:tavLst>
                                    </p:anim>
                                    <p:animEffect transition="in" filter="fade">
                                      <p:cBhvr>
                                        <p:cTn id="33" dur="750"/>
                                        <p:tgtEl>
                                          <p:spTgt spid="4"/>
                                        </p:tgtEl>
                                      </p:cBhvr>
                                    </p:animEffect>
                                  </p:childTnLst>
                                </p:cTn>
                              </p:par>
                              <p:par>
                                <p:cTn id="34" presetID="53" presetClass="entr" presetSubtype="16" fill="hold" nodeType="withEffect">
                                  <p:stCondLst>
                                    <p:cond delay="1750"/>
                                  </p:stCondLst>
                                  <p:childTnLst>
                                    <p:set>
                                      <p:cBhvr>
                                        <p:cTn id="35" dur="1" fill="hold">
                                          <p:stCondLst>
                                            <p:cond delay="0"/>
                                          </p:stCondLst>
                                        </p:cTn>
                                        <p:tgtEl>
                                          <p:spTgt spid="7"/>
                                        </p:tgtEl>
                                        <p:attrNameLst>
                                          <p:attrName>style.visibility</p:attrName>
                                        </p:attrNameLst>
                                      </p:cBhvr>
                                      <p:to>
                                        <p:strVal val="visible"/>
                                      </p:to>
                                    </p:set>
                                    <p:anim calcmode="lin" valueType="num">
                                      <p:cBhvr>
                                        <p:cTn id="36" dur="750" fill="hold"/>
                                        <p:tgtEl>
                                          <p:spTgt spid="7"/>
                                        </p:tgtEl>
                                        <p:attrNameLst>
                                          <p:attrName>ppt_w</p:attrName>
                                        </p:attrNameLst>
                                      </p:cBhvr>
                                      <p:tavLst>
                                        <p:tav tm="0">
                                          <p:val>
                                            <p:fltVal val="0"/>
                                          </p:val>
                                        </p:tav>
                                        <p:tav tm="100000">
                                          <p:val>
                                            <p:strVal val="#ppt_w"/>
                                          </p:val>
                                        </p:tav>
                                      </p:tavLst>
                                    </p:anim>
                                    <p:anim calcmode="lin" valueType="num">
                                      <p:cBhvr>
                                        <p:cTn id="37" dur="750" fill="hold"/>
                                        <p:tgtEl>
                                          <p:spTgt spid="7"/>
                                        </p:tgtEl>
                                        <p:attrNameLst>
                                          <p:attrName>ppt_h</p:attrName>
                                        </p:attrNameLst>
                                      </p:cBhvr>
                                      <p:tavLst>
                                        <p:tav tm="0">
                                          <p:val>
                                            <p:fltVal val="0"/>
                                          </p:val>
                                        </p:tav>
                                        <p:tav tm="100000">
                                          <p:val>
                                            <p:strVal val="#ppt_h"/>
                                          </p:val>
                                        </p:tav>
                                      </p:tavLst>
                                    </p:anim>
                                    <p:animEffect transition="in" filter="fade">
                                      <p:cBhvr>
                                        <p:cTn id="38" dur="750"/>
                                        <p:tgtEl>
                                          <p:spTgt spid="7"/>
                                        </p:tgtEl>
                                      </p:cBhvr>
                                    </p:animEffect>
                                  </p:childTnLst>
                                </p:cTn>
                              </p:par>
                              <p:par>
                                <p:cTn id="39" presetID="53" presetClass="entr" presetSubtype="16" fill="hold" nodeType="withEffect">
                                  <p:stCondLst>
                                    <p:cond delay="1750"/>
                                  </p:stCondLst>
                                  <p:childTnLst>
                                    <p:set>
                                      <p:cBhvr>
                                        <p:cTn id="40" dur="1" fill="hold">
                                          <p:stCondLst>
                                            <p:cond delay="0"/>
                                          </p:stCondLst>
                                        </p:cTn>
                                        <p:tgtEl>
                                          <p:spTgt spid="6"/>
                                        </p:tgtEl>
                                        <p:attrNameLst>
                                          <p:attrName>style.visibility</p:attrName>
                                        </p:attrNameLst>
                                      </p:cBhvr>
                                      <p:to>
                                        <p:strVal val="visible"/>
                                      </p:to>
                                    </p:set>
                                    <p:anim calcmode="lin" valueType="num">
                                      <p:cBhvr>
                                        <p:cTn id="41" dur="750" fill="hold"/>
                                        <p:tgtEl>
                                          <p:spTgt spid="6"/>
                                        </p:tgtEl>
                                        <p:attrNameLst>
                                          <p:attrName>ppt_w</p:attrName>
                                        </p:attrNameLst>
                                      </p:cBhvr>
                                      <p:tavLst>
                                        <p:tav tm="0">
                                          <p:val>
                                            <p:fltVal val="0"/>
                                          </p:val>
                                        </p:tav>
                                        <p:tav tm="100000">
                                          <p:val>
                                            <p:strVal val="#ppt_w"/>
                                          </p:val>
                                        </p:tav>
                                      </p:tavLst>
                                    </p:anim>
                                    <p:anim calcmode="lin" valueType="num">
                                      <p:cBhvr>
                                        <p:cTn id="42" dur="750" fill="hold"/>
                                        <p:tgtEl>
                                          <p:spTgt spid="6"/>
                                        </p:tgtEl>
                                        <p:attrNameLst>
                                          <p:attrName>ppt_h</p:attrName>
                                        </p:attrNameLst>
                                      </p:cBhvr>
                                      <p:tavLst>
                                        <p:tav tm="0">
                                          <p:val>
                                            <p:fltVal val="0"/>
                                          </p:val>
                                        </p:tav>
                                        <p:tav tm="100000">
                                          <p:val>
                                            <p:strVal val="#ppt_h"/>
                                          </p:val>
                                        </p:tav>
                                      </p:tavLst>
                                    </p:anim>
                                    <p:animEffect transition="in" filter="fade">
                                      <p:cBhvr>
                                        <p:cTn id="43" dur="750"/>
                                        <p:tgtEl>
                                          <p:spTgt spid="6"/>
                                        </p:tgtEl>
                                      </p:cBhvr>
                                    </p:animEffect>
                                  </p:childTnLst>
                                </p:cTn>
                              </p:par>
                              <p:par>
                                <p:cTn id="44" presetID="53" presetClass="entr" presetSubtype="16" fill="hold" nodeType="withEffect">
                                  <p:stCondLst>
                                    <p:cond delay="1750"/>
                                  </p:stCondLst>
                                  <p:childTnLst>
                                    <p:set>
                                      <p:cBhvr>
                                        <p:cTn id="45" dur="1" fill="hold">
                                          <p:stCondLst>
                                            <p:cond delay="0"/>
                                          </p:stCondLst>
                                        </p:cTn>
                                        <p:tgtEl>
                                          <p:spTgt spid="8"/>
                                        </p:tgtEl>
                                        <p:attrNameLst>
                                          <p:attrName>style.visibility</p:attrName>
                                        </p:attrNameLst>
                                      </p:cBhvr>
                                      <p:to>
                                        <p:strVal val="visible"/>
                                      </p:to>
                                    </p:set>
                                    <p:anim calcmode="lin" valueType="num">
                                      <p:cBhvr>
                                        <p:cTn id="46" dur="750" fill="hold"/>
                                        <p:tgtEl>
                                          <p:spTgt spid="8"/>
                                        </p:tgtEl>
                                        <p:attrNameLst>
                                          <p:attrName>ppt_w</p:attrName>
                                        </p:attrNameLst>
                                      </p:cBhvr>
                                      <p:tavLst>
                                        <p:tav tm="0">
                                          <p:val>
                                            <p:fltVal val="0"/>
                                          </p:val>
                                        </p:tav>
                                        <p:tav tm="100000">
                                          <p:val>
                                            <p:strVal val="#ppt_w"/>
                                          </p:val>
                                        </p:tav>
                                      </p:tavLst>
                                    </p:anim>
                                    <p:anim calcmode="lin" valueType="num">
                                      <p:cBhvr>
                                        <p:cTn id="47" dur="750" fill="hold"/>
                                        <p:tgtEl>
                                          <p:spTgt spid="8"/>
                                        </p:tgtEl>
                                        <p:attrNameLst>
                                          <p:attrName>ppt_h</p:attrName>
                                        </p:attrNameLst>
                                      </p:cBhvr>
                                      <p:tavLst>
                                        <p:tav tm="0">
                                          <p:val>
                                            <p:fltVal val="0"/>
                                          </p:val>
                                        </p:tav>
                                        <p:tav tm="100000">
                                          <p:val>
                                            <p:strVal val="#ppt_h"/>
                                          </p:val>
                                        </p:tav>
                                      </p:tavLst>
                                    </p:anim>
                                    <p:animEffect transition="in" filter="fade">
                                      <p:cBhvr>
                                        <p:cTn id="48" dur="750"/>
                                        <p:tgtEl>
                                          <p:spTgt spid="8"/>
                                        </p:tgtEl>
                                      </p:cBhvr>
                                    </p:animEffect>
                                  </p:childTnLst>
                                </p:cTn>
                              </p:par>
                              <p:par>
                                <p:cTn id="49" presetID="53" presetClass="entr" presetSubtype="16" fill="hold" nodeType="withEffect">
                                  <p:stCondLst>
                                    <p:cond delay="1750"/>
                                  </p:stCondLst>
                                  <p:childTnLst>
                                    <p:set>
                                      <p:cBhvr>
                                        <p:cTn id="50" dur="1" fill="hold">
                                          <p:stCondLst>
                                            <p:cond delay="0"/>
                                          </p:stCondLst>
                                        </p:cTn>
                                        <p:tgtEl>
                                          <p:spTgt spid="3"/>
                                        </p:tgtEl>
                                        <p:attrNameLst>
                                          <p:attrName>style.visibility</p:attrName>
                                        </p:attrNameLst>
                                      </p:cBhvr>
                                      <p:to>
                                        <p:strVal val="visible"/>
                                      </p:to>
                                    </p:set>
                                    <p:anim calcmode="lin" valueType="num">
                                      <p:cBhvr>
                                        <p:cTn id="51" dur="750" fill="hold"/>
                                        <p:tgtEl>
                                          <p:spTgt spid="3"/>
                                        </p:tgtEl>
                                        <p:attrNameLst>
                                          <p:attrName>ppt_w</p:attrName>
                                        </p:attrNameLst>
                                      </p:cBhvr>
                                      <p:tavLst>
                                        <p:tav tm="0">
                                          <p:val>
                                            <p:fltVal val="0"/>
                                          </p:val>
                                        </p:tav>
                                        <p:tav tm="100000">
                                          <p:val>
                                            <p:strVal val="#ppt_w"/>
                                          </p:val>
                                        </p:tav>
                                      </p:tavLst>
                                    </p:anim>
                                    <p:anim calcmode="lin" valueType="num">
                                      <p:cBhvr>
                                        <p:cTn id="52" dur="750" fill="hold"/>
                                        <p:tgtEl>
                                          <p:spTgt spid="3"/>
                                        </p:tgtEl>
                                        <p:attrNameLst>
                                          <p:attrName>ppt_h</p:attrName>
                                        </p:attrNameLst>
                                      </p:cBhvr>
                                      <p:tavLst>
                                        <p:tav tm="0">
                                          <p:val>
                                            <p:fltVal val="0"/>
                                          </p:val>
                                        </p:tav>
                                        <p:tav tm="100000">
                                          <p:val>
                                            <p:strVal val="#ppt_h"/>
                                          </p:val>
                                        </p:tav>
                                      </p:tavLst>
                                    </p:anim>
                                    <p:animEffect transition="in" filter="fade">
                                      <p:cBhvr>
                                        <p:cTn id="53" dur="750"/>
                                        <p:tgtEl>
                                          <p:spTgt spid="3"/>
                                        </p:tgtEl>
                                      </p:cBhvr>
                                    </p:animEffect>
                                  </p:childTnLst>
                                </p:cTn>
                              </p:par>
                              <p:par>
                                <p:cTn id="54" presetID="53" presetClass="entr" presetSubtype="16" fill="hold" nodeType="withEffect">
                                  <p:stCondLst>
                                    <p:cond delay="1750"/>
                                  </p:stCondLst>
                                  <p:childTnLst>
                                    <p:set>
                                      <p:cBhvr>
                                        <p:cTn id="55" dur="1" fill="hold">
                                          <p:stCondLst>
                                            <p:cond delay="0"/>
                                          </p:stCondLst>
                                        </p:cTn>
                                        <p:tgtEl>
                                          <p:spTgt spid="5"/>
                                        </p:tgtEl>
                                        <p:attrNameLst>
                                          <p:attrName>style.visibility</p:attrName>
                                        </p:attrNameLst>
                                      </p:cBhvr>
                                      <p:to>
                                        <p:strVal val="visible"/>
                                      </p:to>
                                    </p:set>
                                    <p:anim calcmode="lin" valueType="num">
                                      <p:cBhvr>
                                        <p:cTn id="56" dur="750" fill="hold"/>
                                        <p:tgtEl>
                                          <p:spTgt spid="5"/>
                                        </p:tgtEl>
                                        <p:attrNameLst>
                                          <p:attrName>ppt_w</p:attrName>
                                        </p:attrNameLst>
                                      </p:cBhvr>
                                      <p:tavLst>
                                        <p:tav tm="0">
                                          <p:val>
                                            <p:fltVal val="0"/>
                                          </p:val>
                                        </p:tav>
                                        <p:tav tm="100000">
                                          <p:val>
                                            <p:strVal val="#ppt_w"/>
                                          </p:val>
                                        </p:tav>
                                      </p:tavLst>
                                    </p:anim>
                                    <p:anim calcmode="lin" valueType="num">
                                      <p:cBhvr>
                                        <p:cTn id="57" dur="750" fill="hold"/>
                                        <p:tgtEl>
                                          <p:spTgt spid="5"/>
                                        </p:tgtEl>
                                        <p:attrNameLst>
                                          <p:attrName>ppt_h</p:attrName>
                                        </p:attrNameLst>
                                      </p:cBhvr>
                                      <p:tavLst>
                                        <p:tav tm="0">
                                          <p:val>
                                            <p:fltVal val="0"/>
                                          </p:val>
                                        </p:tav>
                                        <p:tav tm="100000">
                                          <p:val>
                                            <p:strVal val="#ppt_h"/>
                                          </p:val>
                                        </p:tav>
                                      </p:tavLst>
                                    </p:anim>
                                    <p:animEffect transition="in" filter="fade">
                                      <p:cBhvr>
                                        <p:cTn id="58" dur="750"/>
                                        <p:tgtEl>
                                          <p:spTgt spid="5"/>
                                        </p:tgtEl>
                                      </p:cBhvr>
                                    </p:animEffect>
                                  </p:childTnLst>
                                </p:cTn>
                              </p:par>
                              <p:par>
                                <p:cTn id="59" presetID="22" presetClass="entr" presetSubtype="8" fill="hold" nodeType="withEffect">
                                  <p:stCondLst>
                                    <p:cond delay="1750"/>
                                  </p:stCondLst>
                                  <p:childTnLst>
                                    <p:set>
                                      <p:cBhvr>
                                        <p:cTn id="60" dur="1" fill="hold">
                                          <p:stCondLst>
                                            <p:cond delay="0"/>
                                          </p:stCondLst>
                                        </p:cTn>
                                        <p:tgtEl>
                                          <p:spTgt spid="77"/>
                                        </p:tgtEl>
                                        <p:attrNameLst>
                                          <p:attrName>style.visibility</p:attrName>
                                        </p:attrNameLst>
                                      </p:cBhvr>
                                      <p:to>
                                        <p:strVal val="visible"/>
                                      </p:to>
                                    </p:set>
                                    <p:animEffect transition="in" filter="wipe(left)">
                                      <p:cBhvr>
                                        <p:cTn id="61" dur="750"/>
                                        <p:tgtEl>
                                          <p:spTgt spid="77"/>
                                        </p:tgtEl>
                                      </p:cBhvr>
                                    </p:animEffect>
                                  </p:childTnLst>
                                </p:cTn>
                              </p:par>
                              <p:par>
                                <p:cTn id="62" presetID="22" presetClass="entr" presetSubtype="8" fill="hold" nodeType="withEffect">
                                  <p:stCondLst>
                                    <p:cond delay="1750"/>
                                  </p:stCondLst>
                                  <p:childTnLst>
                                    <p:set>
                                      <p:cBhvr>
                                        <p:cTn id="63" dur="1" fill="hold">
                                          <p:stCondLst>
                                            <p:cond delay="0"/>
                                          </p:stCondLst>
                                        </p:cTn>
                                        <p:tgtEl>
                                          <p:spTgt spid="84"/>
                                        </p:tgtEl>
                                        <p:attrNameLst>
                                          <p:attrName>style.visibility</p:attrName>
                                        </p:attrNameLst>
                                      </p:cBhvr>
                                      <p:to>
                                        <p:strVal val="visible"/>
                                      </p:to>
                                    </p:set>
                                    <p:animEffect transition="in" filter="wipe(left)">
                                      <p:cBhvr>
                                        <p:cTn id="64" dur="750"/>
                                        <p:tgtEl>
                                          <p:spTgt spid="84"/>
                                        </p:tgtEl>
                                      </p:cBhvr>
                                    </p:animEffect>
                                  </p:childTnLst>
                                </p:cTn>
                              </p:par>
                              <p:par>
                                <p:cTn id="65" presetID="22" presetClass="entr" presetSubtype="8" fill="hold" nodeType="withEffect">
                                  <p:stCondLst>
                                    <p:cond delay="1750"/>
                                  </p:stCondLst>
                                  <p:childTnLst>
                                    <p:set>
                                      <p:cBhvr>
                                        <p:cTn id="66" dur="1" fill="hold">
                                          <p:stCondLst>
                                            <p:cond delay="0"/>
                                          </p:stCondLst>
                                        </p:cTn>
                                        <p:tgtEl>
                                          <p:spTgt spid="80"/>
                                        </p:tgtEl>
                                        <p:attrNameLst>
                                          <p:attrName>style.visibility</p:attrName>
                                        </p:attrNameLst>
                                      </p:cBhvr>
                                      <p:to>
                                        <p:strVal val="visible"/>
                                      </p:to>
                                    </p:set>
                                    <p:animEffect transition="in" filter="wipe(left)">
                                      <p:cBhvr>
                                        <p:cTn id="67" dur="750"/>
                                        <p:tgtEl>
                                          <p:spTgt spid="80"/>
                                        </p:tgtEl>
                                      </p:cBhvr>
                                    </p:animEffect>
                                  </p:childTnLst>
                                </p:cTn>
                              </p:par>
                              <p:par>
                                <p:cTn id="68" presetID="22" presetClass="entr" presetSubtype="2" fill="hold" nodeType="withEffect">
                                  <p:stCondLst>
                                    <p:cond delay="1750"/>
                                  </p:stCondLst>
                                  <p:childTnLst>
                                    <p:set>
                                      <p:cBhvr>
                                        <p:cTn id="69" dur="1" fill="hold">
                                          <p:stCondLst>
                                            <p:cond delay="0"/>
                                          </p:stCondLst>
                                        </p:cTn>
                                        <p:tgtEl>
                                          <p:spTgt spid="89"/>
                                        </p:tgtEl>
                                        <p:attrNameLst>
                                          <p:attrName>style.visibility</p:attrName>
                                        </p:attrNameLst>
                                      </p:cBhvr>
                                      <p:to>
                                        <p:strVal val="visible"/>
                                      </p:to>
                                    </p:set>
                                    <p:animEffect transition="in" filter="wipe(right)">
                                      <p:cBhvr>
                                        <p:cTn id="70" dur="750"/>
                                        <p:tgtEl>
                                          <p:spTgt spid="89"/>
                                        </p:tgtEl>
                                      </p:cBhvr>
                                    </p:animEffect>
                                  </p:childTnLst>
                                </p:cTn>
                              </p:par>
                              <p:par>
                                <p:cTn id="71" presetID="22" presetClass="entr" presetSubtype="2" fill="hold" nodeType="withEffect">
                                  <p:stCondLst>
                                    <p:cond delay="1750"/>
                                  </p:stCondLst>
                                  <p:childTnLst>
                                    <p:set>
                                      <p:cBhvr>
                                        <p:cTn id="72" dur="1" fill="hold">
                                          <p:stCondLst>
                                            <p:cond delay="0"/>
                                          </p:stCondLst>
                                        </p:cTn>
                                        <p:tgtEl>
                                          <p:spTgt spid="92"/>
                                        </p:tgtEl>
                                        <p:attrNameLst>
                                          <p:attrName>style.visibility</p:attrName>
                                        </p:attrNameLst>
                                      </p:cBhvr>
                                      <p:to>
                                        <p:strVal val="visible"/>
                                      </p:to>
                                    </p:set>
                                    <p:animEffect transition="in" filter="wipe(right)">
                                      <p:cBhvr>
                                        <p:cTn id="73" dur="750"/>
                                        <p:tgtEl>
                                          <p:spTgt spid="92"/>
                                        </p:tgtEl>
                                      </p:cBhvr>
                                    </p:animEffect>
                                  </p:childTnLst>
                                </p:cTn>
                              </p:par>
                              <p:par>
                                <p:cTn id="74" presetID="22" presetClass="entr" presetSubtype="2" fill="hold" nodeType="withEffect">
                                  <p:stCondLst>
                                    <p:cond delay="1750"/>
                                  </p:stCondLst>
                                  <p:childTnLst>
                                    <p:set>
                                      <p:cBhvr>
                                        <p:cTn id="75" dur="1" fill="hold">
                                          <p:stCondLst>
                                            <p:cond delay="0"/>
                                          </p:stCondLst>
                                        </p:cTn>
                                        <p:tgtEl>
                                          <p:spTgt spid="86"/>
                                        </p:tgtEl>
                                        <p:attrNameLst>
                                          <p:attrName>style.visibility</p:attrName>
                                        </p:attrNameLst>
                                      </p:cBhvr>
                                      <p:to>
                                        <p:strVal val="visible"/>
                                      </p:to>
                                    </p:set>
                                    <p:animEffect transition="in" filter="wipe(right)">
                                      <p:cBhvr>
                                        <p:cTn id="76" dur="750"/>
                                        <p:tgtEl>
                                          <p:spTgt spid="86"/>
                                        </p:tgtEl>
                                      </p:cBhvr>
                                    </p:animEffect>
                                  </p:childTnLst>
                                </p:cTn>
                              </p:par>
                              <p:par>
                                <p:cTn id="77" presetID="31" presetClass="entr" presetSubtype="0" fill="hold" grpId="0" nodeType="withEffect">
                                  <p:stCondLst>
                                    <p:cond delay="1750"/>
                                  </p:stCondLst>
                                  <p:childTnLst>
                                    <p:set>
                                      <p:cBhvr>
                                        <p:cTn id="78" dur="1" fill="hold">
                                          <p:stCondLst>
                                            <p:cond delay="0"/>
                                          </p:stCondLst>
                                        </p:cTn>
                                        <p:tgtEl>
                                          <p:spTgt spid="102"/>
                                        </p:tgtEl>
                                        <p:attrNameLst>
                                          <p:attrName>style.visibility</p:attrName>
                                        </p:attrNameLst>
                                      </p:cBhvr>
                                      <p:to>
                                        <p:strVal val="visible"/>
                                      </p:to>
                                    </p:set>
                                    <p:anim calcmode="lin" valueType="num">
                                      <p:cBhvr>
                                        <p:cTn id="79" dur="750" fill="hold"/>
                                        <p:tgtEl>
                                          <p:spTgt spid="102"/>
                                        </p:tgtEl>
                                        <p:attrNameLst>
                                          <p:attrName>ppt_w</p:attrName>
                                        </p:attrNameLst>
                                      </p:cBhvr>
                                      <p:tavLst>
                                        <p:tav tm="0">
                                          <p:val>
                                            <p:fltVal val="0"/>
                                          </p:val>
                                        </p:tav>
                                        <p:tav tm="100000">
                                          <p:val>
                                            <p:strVal val="#ppt_w"/>
                                          </p:val>
                                        </p:tav>
                                      </p:tavLst>
                                    </p:anim>
                                    <p:anim calcmode="lin" valueType="num">
                                      <p:cBhvr>
                                        <p:cTn id="80" dur="750" fill="hold"/>
                                        <p:tgtEl>
                                          <p:spTgt spid="102"/>
                                        </p:tgtEl>
                                        <p:attrNameLst>
                                          <p:attrName>ppt_h</p:attrName>
                                        </p:attrNameLst>
                                      </p:cBhvr>
                                      <p:tavLst>
                                        <p:tav tm="0">
                                          <p:val>
                                            <p:fltVal val="0"/>
                                          </p:val>
                                        </p:tav>
                                        <p:tav tm="100000">
                                          <p:val>
                                            <p:strVal val="#ppt_h"/>
                                          </p:val>
                                        </p:tav>
                                      </p:tavLst>
                                    </p:anim>
                                    <p:anim calcmode="lin" valueType="num">
                                      <p:cBhvr>
                                        <p:cTn id="81" dur="750" fill="hold"/>
                                        <p:tgtEl>
                                          <p:spTgt spid="102"/>
                                        </p:tgtEl>
                                        <p:attrNameLst>
                                          <p:attrName>style.rotation</p:attrName>
                                        </p:attrNameLst>
                                      </p:cBhvr>
                                      <p:tavLst>
                                        <p:tav tm="0">
                                          <p:val>
                                            <p:fltVal val="90"/>
                                          </p:val>
                                        </p:tav>
                                        <p:tav tm="100000">
                                          <p:val>
                                            <p:fltVal val="0"/>
                                          </p:val>
                                        </p:tav>
                                      </p:tavLst>
                                    </p:anim>
                                    <p:animEffect transition="in" filter="fade">
                                      <p:cBhvr>
                                        <p:cTn id="82" dur="750"/>
                                        <p:tgtEl>
                                          <p:spTgt spid="102"/>
                                        </p:tgtEl>
                                      </p:cBhvr>
                                    </p:animEffect>
                                  </p:childTnLst>
                                </p:cTn>
                              </p:par>
                              <p:par>
                                <p:cTn id="83" presetID="31" presetClass="entr" presetSubtype="0" fill="hold" grpId="0" nodeType="withEffect">
                                  <p:stCondLst>
                                    <p:cond delay="1750"/>
                                  </p:stCondLst>
                                  <p:childTnLst>
                                    <p:set>
                                      <p:cBhvr>
                                        <p:cTn id="84" dur="1" fill="hold">
                                          <p:stCondLst>
                                            <p:cond delay="0"/>
                                          </p:stCondLst>
                                        </p:cTn>
                                        <p:tgtEl>
                                          <p:spTgt spid="103"/>
                                        </p:tgtEl>
                                        <p:attrNameLst>
                                          <p:attrName>style.visibility</p:attrName>
                                        </p:attrNameLst>
                                      </p:cBhvr>
                                      <p:to>
                                        <p:strVal val="visible"/>
                                      </p:to>
                                    </p:set>
                                    <p:anim calcmode="lin" valueType="num">
                                      <p:cBhvr>
                                        <p:cTn id="85" dur="750" fill="hold"/>
                                        <p:tgtEl>
                                          <p:spTgt spid="103"/>
                                        </p:tgtEl>
                                        <p:attrNameLst>
                                          <p:attrName>ppt_w</p:attrName>
                                        </p:attrNameLst>
                                      </p:cBhvr>
                                      <p:tavLst>
                                        <p:tav tm="0">
                                          <p:val>
                                            <p:fltVal val="0"/>
                                          </p:val>
                                        </p:tav>
                                        <p:tav tm="100000">
                                          <p:val>
                                            <p:strVal val="#ppt_w"/>
                                          </p:val>
                                        </p:tav>
                                      </p:tavLst>
                                    </p:anim>
                                    <p:anim calcmode="lin" valueType="num">
                                      <p:cBhvr>
                                        <p:cTn id="86" dur="750" fill="hold"/>
                                        <p:tgtEl>
                                          <p:spTgt spid="103"/>
                                        </p:tgtEl>
                                        <p:attrNameLst>
                                          <p:attrName>ppt_h</p:attrName>
                                        </p:attrNameLst>
                                      </p:cBhvr>
                                      <p:tavLst>
                                        <p:tav tm="0">
                                          <p:val>
                                            <p:fltVal val="0"/>
                                          </p:val>
                                        </p:tav>
                                        <p:tav tm="100000">
                                          <p:val>
                                            <p:strVal val="#ppt_h"/>
                                          </p:val>
                                        </p:tav>
                                      </p:tavLst>
                                    </p:anim>
                                    <p:anim calcmode="lin" valueType="num">
                                      <p:cBhvr>
                                        <p:cTn id="87" dur="750" fill="hold"/>
                                        <p:tgtEl>
                                          <p:spTgt spid="103"/>
                                        </p:tgtEl>
                                        <p:attrNameLst>
                                          <p:attrName>style.rotation</p:attrName>
                                        </p:attrNameLst>
                                      </p:cBhvr>
                                      <p:tavLst>
                                        <p:tav tm="0">
                                          <p:val>
                                            <p:fltVal val="90"/>
                                          </p:val>
                                        </p:tav>
                                        <p:tav tm="100000">
                                          <p:val>
                                            <p:fltVal val="0"/>
                                          </p:val>
                                        </p:tav>
                                      </p:tavLst>
                                    </p:anim>
                                    <p:animEffect transition="in" filter="fade">
                                      <p:cBhvr>
                                        <p:cTn id="88" dur="750"/>
                                        <p:tgtEl>
                                          <p:spTgt spid="103"/>
                                        </p:tgtEl>
                                      </p:cBhvr>
                                    </p:animEffect>
                                  </p:childTnLst>
                                </p:cTn>
                              </p:par>
                              <p:par>
                                <p:cTn id="89" presetID="31" presetClass="entr" presetSubtype="0" fill="hold" grpId="0" nodeType="withEffect">
                                  <p:stCondLst>
                                    <p:cond delay="1750"/>
                                  </p:stCondLst>
                                  <p:childTnLst>
                                    <p:set>
                                      <p:cBhvr>
                                        <p:cTn id="90" dur="1" fill="hold">
                                          <p:stCondLst>
                                            <p:cond delay="0"/>
                                          </p:stCondLst>
                                        </p:cTn>
                                        <p:tgtEl>
                                          <p:spTgt spid="104"/>
                                        </p:tgtEl>
                                        <p:attrNameLst>
                                          <p:attrName>style.visibility</p:attrName>
                                        </p:attrNameLst>
                                      </p:cBhvr>
                                      <p:to>
                                        <p:strVal val="visible"/>
                                      </p:to>
                                    </p:set>
                                    <p:anim calcmode="lin" valueType="num">
                                      <p:cBhvr>
                                        <p:cTn id="91" dur="750" fill="hold"/>
                                        <p:tgtEl>
                                          <p:spTgt spid="104"/>
                                        </p:tgtEl>
                                        <p:attrNameLst>
                                          <p:attrName>ppt_w</p:attrName>
                                        </p:attrNameLst>
                                      </p:cBhvr>
                                      <p:tavLst>
                                        <p:tav tm="0">
                                          <p:val>
                                            <p:fltVal val="0"/>
                                          </p:val>
                                        </p:tav>
                                        <p:tav tm="100000">
                                          <p:val>
                                            <p:strVal val="#ppt_w"/>
                                          </p:val>
                                        </p:tav>
                                      </p:tavLst>
                                    </p:anim>
                                    <p:anim calcmode="lin" valueType="num">
                                      <p:cBhvr>
                                        <p:cTn id="92" dur="750" fill="hold"/>
                                        <p:tgtEl>
                                          <p:spTgt spid="104"/>
                                        </p:tgtEl>
                                        <p:attrNameLst>
                                          <p:attrName>ppt_h</p:attrName>
                                        </p:attrNameLst>
                                      </p:cBhvr>
                                      <p:tavLst>
                                        <p:tav tm="0">
                                          <p:val>
                                            <p:fltVal val="0"/>
                                          </p:val>
                                        </p:tav>
                                        <p:tav tm="100000">
                                          <p:val>
                                            <p:strVal val="#ppt_h"/>
                                          </p:val>
                                        </p:tav>
                                      </p:tavLst>
                                    </p:anim>
                                    <p:anim calcmode="lin" valueType="num">
                                      <p:cBhvr>
                                        <p:cTn id="93" dur="750" fill="hold"/>
                                        <p:tgtEl>
                                          <p:spTgt spid="104"/>
                                        </p:tgtEl>
                                        <p:attrNameLst>
                                          <p:attrName>style.rotation</p:attrName>
                                        </p:attrNameLst>
                                      </p:cBhvr>
                                      <p:tavLst>
                                        <p:tav tm="0">
                                          <p:val>
                                            <p:fltVal val="90"/>
                                          </p:val>
                                        </p:tav>
                                        <p:tav tm="100000">
                                          <p:val>
                                            <p:fltVal val="0"/>
                                          </p:val>
                                        </p:tav>
                                      </p:tavLst>
                                    </p:anim>
                                    <p:animEffect transition="in" filter="fade">
                                      <p:cBhvr>
                                        <p:cTn id="94" dur="750"/>
                                        <p:tgtEl>
                                          <p:spTgt spid="104"/>
                                        </p:tgtEl>
                                      </p:cBhvr>
                                    </p:animEffect>
                                  </p:childTnLst>
                                </p:cTn>
                              </p:par>
                              <p:par>
                                <p:cTn id="95" presetID="31" presetClass="entr" presetSubtype="0" fill="hold" nodeType="withEffect">
                                  <p:stCondLst>
                                    <p:cond delay="1750"/>
                                  </p:stCondLst>
                                  <p:childTnLst>
                                    <p:set>
                                      <p:cBhvr>
                                        <p:cTn id="96" dur="1" fill="hold">
                                          <p:stCondLst>
                                            <p:cond delay="0"/>
                                          </p:stCondLst>
                                        </p:cTn>
                                        <p:tgtEl>
                                          <p:spTgt spid="105"/>
                                        </p:tgtEl>
                                        <p:attrNameLst>
                                          <p:attrName>style.visibility</p:attrName>
                                        </p:attrNameLst>
                                      </p:cBhvr>
                                      <p:to>
                                        <p:strVal val="visible"/>
                                      </p:to>
                                    </p:set>
                                    <p:anim calcmode="lin" valueType="num">
                                      <p:cBhvr>
                                        <p:cTn id="97" dur="750" fill="hold"/>
                                        <p:tgtEl>
                                          <p:spTgt spid="105"/>
                                        </p:tgtEl>
                                        <p:attrNameLst>
                                          <p:attrName>ppt_w</p:attrName>
                                        </p:attrNameLst>
                                      </p:cBhvr>
                                      <p:tavLst>
                                        <p:tav tm="0">
                                          <p:val>
                                            <p:fltVal val="0"/>
                                          </p:val>
                                        </p:tav>
                                        <p:tav tm="100000">
                                          <p:val>
                                            <p:strVal val="#ppt_w"/>
                                          </p:val>
                                        </p:tav>
                                      </p:tavLst>
                                    </p:anim>
                                    <p:anim calcmode="lin" valueType="num">
                                      <p:cBhvr>
                                        <p:cTn id="98" dur="750" fill="hold"/>
                                        <p:tgtEl>
                                          <p:spTgt spid="105"/>
                                        </p:tgtEl>
                                        <p:attrNameLst>
                                          <p:attrName>ppt_h</p:attrName>
                                        </p:attrNameLst>
                                      </p:cBhvr>
                                      <p:tavLst>
                                        <p:tav tm="0">
                                          <p:val>
                                            <p:fltVal val="0"/>
                                          </p:val>
                                        </p:tav>
                                        <p:tav tm="100000">
                                          <p:val>
                                            <p:strVal val="#ppt_h"/>
                                          </p:val>
                                        </p:tav>
                                      </p:tavLst>
                                    </p:anim>
                                    <p:anim calcmode="lin" valueType="num">
                                      <p:cBhvr>
                                        <p:cTn id="99" dur="750" fill="hold"/>
                                        <p:tgtEl>
                                          <p:spTgt spid="105"/>
                                        </p:tgtEl>
                                        <p:attrNameLst>
                                          <p:attrName>style.rotation</p:attrName>
                                        </p:attrNameLst>
                                      </p:cBhvr>
                                      <p:tavLst>
                                        <p:tav tm="0">
                                          <p:val>
                                            <p:fltVal val="90"/>
                                          </p:val>
                                        </p:tav>
                                        <p:tav tm="100000">
                                          <p:val>
                                            <p:fltVal val="0"/>
                                          </p:val>
                                        </p:tav>
                                      </p:tavLst>
                                    </p:anim>
                                    <p:animEffect transition="in" filter="fade">
                                      <p:cBhvr>
                                        <p:cTn id="100" dur="750"/>
                                        <p:tgtEl>
                                          <p:spTgt spid="105"/>
                                        </p:tgtEl>
                                      </p:cBhvr>
                                    </p:animEffect>
                                  </p:childTnLst>
                                </p:cTn>
                              </p:par>
                              <p:par>
                                <p:cTn id="101" presetID="31" presetClass="entr" presetSubtype="0" fill="hold" grpId="0" nodeType="withEffect">
                                  <p:stCondLst>
                                    <p:cond delay="1750"/>
                                  </p:stCondLst>
                                  <p:childTnLst>
                                    <p:set>
                                      <p:cBhvr>
                                        <p:cTn id="102" dur="1" fill="hold">
                                          <p:stCondLst>
                                            <p:cond delay="0"/>
                                          </p:stCondLst>
                                        </p:cTn>
                                        <p:tgtEl>
                                          <p:spTgt spid="108"/>
                                        </p:tgtEl>
                                        <p:attrNameLst>
                                          <p:attrName>style.visibility</p:attrName>
                                        </p:attrNameLst>
                                      </p:cBhvr>
                                      <p:to>
                                        <p:strVal val="visible"/>
                                      </p:to>
                                    </p:set>
                                    <p:anim calcmode="lin" valueType="num">
                                      <p:cBhvr>
                                        <p:cTn id="103" dur="750" fill="hold"/>
                                        <p:tgtEl>
                                          <p:spTgt spid="108"/>
                                        </p:tgtEl>
                                        <p:attrNameLst>
                                          <p:attrName>ppt_w</p:attrName>
                                        </p:attrNameLst>
                                      </p:cBhvr>
                                      <p:tavLst>
                                        <p:tav tm="0">
                                          <p:val>
                                            <p:fltVal val="0"/>
                                          </p:val>
                                        </p:tav>
                                        <p:tav tm="100000">
                                          <p:val>
                                            <p:strVal val="#ppt_w"/>
                                          </p:val>
                                        </p:tav>
                                      </p:tavLst>
                                    </p:anim>
                                    <p:anim calcmode="lin" valueType="num">
                                      <p:cBhvr>
                                        <p:cTn id="104" dur="750" fill="hold"/>
                                        <p:tgtEl>
                                          <p:spTgt spid="108"/>
                                        </p:tgtEl>
                                        <p:attrNameLst>
                                          <p:attrName>ppt_h</p:attrName>
                                        </p:attrNameLst>
                                      </p:cBhvr>
                                      <p:tavLst>
                                        <p:tav tm="0">
                                          <p:val>
                                            <p:fltVal val="0"/>
                                          </p:val>
                                        </p:tav>
                                        <p:tav tm="100000">
                                          <p:val>
                                            <p:strVal val="#ppt_h"/>
                                          </p:val>
                                        </p:tav>
                                      </p:tavLst>
                                    </p:anim>
                                    <p:anim calcmode="lin" valueType="num">
                                      <p:cBhvr>
                                        <p:cTn id="105" dur="750" fill="hold"/>
                                        <p:tgtEl>
                                          <p:spTgt spid="108"/>
                                        </p:tgtEl>
                                        <p:attrNameLst>
                                          <p:attrName>style.rotation</p:attrName>
                                        </p:attrNameLst>
                                      </p:cBhvr>
                                      <p:tavLst>
                                        <p:tav tm="0">
                                          <p:val>
                                            <p:fltVal val="90"/>
                                          </p:val>
                                        </p:tav>
                                        <p:tav tm="100000">
                                          <p:val>
                                            <p:fltVal val="0"/>
                                          </p:val>
                                        </p:tav>
                                      </p:tavLst>
                                    </p:anim>
                                    <p:animEffect transition="in" filter="fade">
                                      <p:cBhvr>
                                        <p:cTn id="106" dur="750"/>
                                        <p:tgtEl>
                                          <p:spTgt spid="108"/>
                                        </p:tgtEl>
                                      </p:cBhvr>
                                    </p:animEffect>
                                  </p:childTnLst>
                                </p:cTn>
                              </p:par>
                              <p:par>
                                <p:cTn id="107" presetID="31" presetClass="entr" presetSubtype="0" fill="hold" grpId="0" nodeType="withEffect">
                                  <p:stCondLst>
                                    <p:cond delay="1750"/>
                                  </p:stCondLst>
                                  <p:childTnLst>
                                    <p:set>
                                      <p:cBhvr>
                                        <p:cTn id="108" dur="1" fill="hold">
                                          <p:stCondLst>
                                            <p:cond delay="0"/>
                                          </p:stCondLst>
                                        </p:cTn>
                                        <p:tgtEl>
                                          <p:spTgt spid="109"/>
                                        </p:tgtEl>
                                        <p:attrNameLst>
                                          <p:attrName>style.visibility</p:attrName>
                                        </p:attrNameLst>
                                      </p:cBhvr>
                                      <p:to>
                                        <p:strVal val="visible"/>
                                      </p:to>
                                    </p:set>
                                    <p:anim calcmode="lin" valueType="num">
                                      <p:cBhvr>
                                        <p:cTn id="109" dur="750" fill="hold"/>
                                        <p:tgtEl>
                                          <p:spTgt spid="109"/>
                                        </p:tgtEl>
                                        <p:attrNameLst>
                                          <p:attrName>ppt_w</p:attrName>
                                        </p:attrNameLst>
                                      </p:cBhvr>
                                      <p:tavLst>
                                        <p:tav tm="0">
                                          <p:val>
                                            <p:fltVal val="0"/>
                                          </p:val>
                                        </p:tav>
                                        <p:tav tm="100000">
                                          <p:val>
                                            <p:strVal val="#ppt_w"/>
                                          </p:val>
                                        </p:tav>
                                      </p:tavLst>
                                    </p:anim>
                                    <p:anim calcmode="lin" valueType="num">
                                      <p:cBhvr>
                                        <p:cTn id="110" dur="750" fill="hold"/>
                                        <p:tgtEl>
                                          <p:spTgt spid="109"/>
                                        </p:tgtEl>
                                        <p:attrNameLst>
                                          <p:attrName>ppt_h</p:attrName>
                                        </p:attrNameLst>
                                      </p:cBhvr>
                                      <p:tavLst>
                                        <p:tav tm="0">
                                          <p:val>
                                            <p:fltVal val="0"/>
                                          </p:val>
                                        </p:tav>
                                        <p:tav tm="100000">
                                          <p:val>
                                            <p:strVal val="#ppt_h"/>
                                          </p:val>
                                        </p:tav>
                                      </p:tavLst>
                                    </p:anim>
                                    <p:anim calcmode="lin" valueType="num">
                                      <p:cBhvr>
                                        <p:cTn id="111" dur="750" fill="hold"/>
                                        <p:tgtEl>
                                          <p:spTgt spid="109"/>
                                        </p:tgtEl>
                                        <p:attrNameLst>
                                          <p:attrName>style.rotation</p:attrName>
                                        </p:attrNameLst>
                                      </p:cBhvr>
                                      <p:tavLst>
                                        <p:tav tm="0">
                                          <p:val>
                                            <p:fltVal val="90"/>
                                          </p:val>
                                        </p:tav>
                                        <p:tav tm="100000">
                                          <p:val>
                                            <p:fltVal val="0"/>
                                          </p:val>
                                        </p:tav>
                                      </p:tavLst>
                                    </p:anim>
                                    <p:animEffect transition="in" filter="fade">
                                      <p:cBhvr>
                                        <p:cTn id="112" dur="750"/>
                                        <p:tgtEl>
                                          <p:spTgt spid="109"/>
                                        </p:tgtEl>
                                      </p:cBhvr>
                                    </p:animEffect>
                                  </p:childTnLst>
                                </p:cTn>
                              </p:par>
                              <p:par>
                                <p:cTn id="113" presetID="10" presetClass="entr" presetSubtype="0" fill="hold" grpId="0" nodeType="withEffect">
                                  <p:stCondLst>
                                    <p:cond delay="1750"/>
                                  </p:stCondLst>
                                  <p:childTnLst>
                                    <p:set>
                                      <p:cBhvr>
                                        <p:cTn id="114" dur="1" fill="hold">
                                          <p:stCondLst>
                                            <p:cond delay="0"/>
                                          </p:stCondLst>
                                        </p:cTn>
                                        <p:tgtEl>
                                          <p:spTgt spid="93"/>
                                        </p:tgtEl>
                                        <p:attrNameLst>
                                          <p:attrName>style.visibility</p:attrName>
                                        </p:attrNameLst>
                                      </p:cBhvr>
                                      <p:to>
                                        <p:strVal val="visible"/>
                                      </p:to>
                                    </p:set>
                                    <p:animEffect transition="in" filter="fade">
                                      <p:cBhvr>
                                        <p:cTn id="115" dur="750"/>
                                        <p:tgtEl>
                                          <p:spTgt spid="93"/>
                                        </p:tgtEl>
                                      </p:cBhvr>
                                    </p:animEffect>
                                  </p:childTnLst>
                                </p:cTn>
                              </p:par>
                              <p:par>
                                <p:cTn id="116" presetID="35" presetClass="path" presetSubtype="0" decel="50000" fill="hold" grpId="1" nodeType="withEffect">
                                  <p:stCondLst>
                                    <p:cond delay="1750"/>
                                  </p:stCondLst>
                                  <p:childTnLst>
                                    <p:animMotion origin="layout" path="M 0.05404 -3.7037E-6 L 8.33333E-7 -3.7037E-6 " pathEditMode="relative" rAng="0" ptsTypes="AA">
                                      <p:cBhvr>
                                        <p:cTn id="117" dur="750" fill="hold"/>
                                        <p:tgtEl>
                                          <p:spTgt spid="93"/>
                                        </p:tgtEl>
                                        <p:attrNameLst>
                                          <p:attrName>ppt_x</p:attrName>
                                          <p:attrName>ppt_y</p:attrName>
                                        </p:attrNameLst>
                                      </p:cBhvr>
                                      <p:rCtr x="-2708" y="0"/>
                                    </p:animMotion>
                                  </p:childTnLst>
                                </p:cTn>
                              </p:par>
                              <p:par>
                                <p:cTn id="118" presetID="10" presetClass="entr" presetSubtype="0" fill="hold" grpId="0" nodeType="withEffect">
                                  <p:stCondLst>
                                    <p:cond delay="1750"/>
                                  </p:stCondLst>
                                  <p:childTnLst>
                                    <p:set>
                                      <p:cBhvr>
                                        <p:cTn id="119" dur="1" fill="hold">
                                          <p:stCondLst>
                                            <p:cond delay="0"/>
                                          </p:stCondLst>
                                        </p:cTn>
                                        <p:tgtEl>
                                          <p:spTgt spid="97"/>
                                        </p:tgtEl>
                                        <p:attrNameLst>
                                          <p:attrName>style.visibility</p:attrName>
                                        </p:attrNameLst>
                                      </p:cBhvr>
                                      <p:to>
                                        <p:strVal val="visible"/>
                                      </p:to>
                                    </p:set>
                                    <p:animEffect transition="in" filter="fade">
                                      <p:cBhvr>
                                        <p:cTn id="120" dur="750"/>
                                        <p:tgtEl>
                                          <p:spTgt spid="97"/>
                                        </p:tgtEl>
                                      </p:cBhvr>
                                    </p:animEffect>
                                  </p:childTnLst>
                                </p:cTn>
                              </p:par>
                              <p:par>
                                <p:cTn id="121" presetID="35" presetClass="path" presetSubtype="0" decel="50000" fill="hold" grpId="1" nodeType="withEffect">
                                  <p:stCondLst>
                                    <p:cond delay="1750"/>
                                  </p:stCondLst>
                                  <p:childTnLst>
                                    <p:animMotion origin="layout" path="M 0.05404 -1.85185E-6 L -1.66667E-6 -1.85185E-6 " pathEditMode="relative" rAng="0" ptsTypes="AA">
                                      <p:cBhvr>
                                        <p:cTn id="122" dur="750" fill="hold"/>
                                        <p:tgtEl>
                                          <p:spTgt spid="97"/>
                                        </p:tgtEl>
                                        <p:attrNameLst>
                                          <p:attrName>ppt_x</p:attrName>
                                          <p:attrName>ppt_y</p:attrName>
                                        </p:attrNameLst>
                                      </p:cBhvr>
                                      <p:rCtr x="-2708" y="0"/>
                                    </p:animMotion>
                                  </p:childTnLst>
                                </p:cTn>
                              </p:par>
                              <p:par>
                                <p:cTn id="123" presetID="10" presetClass="entr" presetSubtype="0" fill="hold" grpId="0" nodeType="withEffect">
                                  <p:stCondLst>
                                    <p:cond delay="1750"/>
                                  </p:stCondLst>
                                  <p:childTnLst>
                                    <p:set>
                                      <p:cBhvr>
                                        <p:cTn id="124" dur="1" fill="hold">
                                          <p:stCondLst>
                                            <p:cond delay="0"/>
                                          </p:stCondLst>
                                        </p:cTn>
                                        <p:tgtEl>
                                          <p:spTgt spid="101"/>
                                        </p:tgtEl>
                                        <p:attrNameLst>
                                          <p:attrName>style.visibility</p:attrName>
                                        </p:attrNameLst>
                                      </p:cBhvr>
                                      <p:to>
                                        <p:strVal val="visible"/>
                                      </p:to>
                                    </p:set>
                                    <p:animEffect transition="in" filter="fade">
                                      <p:cBhvr>
                                        <p:cTn id="125" dur="750"/>
                                        <p:tgtEl>
                                          <p:spTgt spid="101"/>
                                        </p:tgtEl>
                                      </p:cBhvr>
                                    </p:animEffect>
                                  </p:childTnLst>
                                </p:cTn>
                              </p:par>
                              <p:par>
                                <p:cTn id="126" presetID="35" presetClass="path" presetSubtype="0" decel="50000" fill="hold" grpId="1" nodeType="withEffect">
                                  <p:stCondLst>
                                    <p:cond delay="1750"/>
                                  </p:stCondLst>
                                  <p:childTnLst>
                                    <p:animMotion origin="layout" path="M -0.0513 -1.85185E-6 L 2.91667E-6 -1.85185E-6 " pathEditMode="relative" rAng="0" ptsTypes="AA">
                                      <p:cBhvr>
                                        <p:cTn id="127" dur="750" fill="hold"/>
                                        <p:tgtEl>
                                          <p:spTgt spid="101"/>
                                        </p:tgtEl>
                                        <p:attrNameLst>
                                          <p:attrName>ppt_x</p:attrName>
                                          <p:attrName>ppt_y</p:attrName>
                                        </p:attrNameLst>
                                      </p:cBhvr>
                                      <p:rCtr x="2565" y="0"/>
                                    </p:animMotion>
                                  </p:childTnLst>
                                </p:cTn>
                              </p:par>
                              <p:par>
                                <p:cTn id="128" presetID="10" presetClass="entr" presetSubtype="0" fill="hold" grpId="0" nodeType="withEffect">
                                  <p:stCondLst>
                                    <p:cond delay="1750"/>
                                  </p:stCondLst>
                                  <p:childTnLst>
                                    <p:set>
                                      <p:cBhvr>
                                        <p:cTn id="129" dur="1" fill="hold">
                                          <p:stCondLst>
                                            <p:cond delay="0"/>
                                          </p:stCondLst>
                                        </p:cTn>
                                        <p:tgtEl>
                                          <p:spTgt spid="99"/>
                                        </p:tgtEl>
                                        <p:attrNameLst>
                                          <p:attrName>style.visibility</p:attrName>
                                        </p:attrNameLst>
                                      </p:cBhvr>
                                      <p:to>
                                        <p:strVal val="visible"/>
                                      </p:to>
                                    </p:set>
                                    <p:animEffect transition="in" filter="fade">
                                      <p:cBhvr>
                                        <p:cTn id="130" dur="750"/>
                                        <p:tgtEl>
                                          <p:spTgt spid="99"/>
                                        </p:tgtEl>
                                      </p:cBhvr>
                                    </p:animEffect>
                                  </p:childTnLst>
                                </p:cTn>
                              </p:par>
                              <p:par>
                                <p:cTn id="131" presetID="35" presetClass="path" presetSubtype="0" decel="50000" fill="hold" grpId="1" nodeType="withEffect">
                                  <p:stCondLst>
                                    <p:cond delay="1750"/>
                                  </p:stCondLst>
                                  <p:childTnLst>
                                    <p:animMotion origin="layout" path="M -0.05131 -3.7037E-6 L 4.16667E-6 -3.7037E-6 " pathEditMode="relative" rAng="0" ptsTypes="AA">
                                      <p:cBhvr>
                                        <p:cTn id="132" dur="750" fill="hold"/>
                                        <p:tgtEl>
                                          <p:spTgt spid="99"/>
                                        </p:tgtEl>
                                        <p:attrNameLst>
                                          <p:attrName>ppt_x</p:attrName>
                                          <p:attrName>ppt_y</p:attrName>
                                        </p:attrNameLst>
                                      </p:cBhvr>
                                      <p:rCtr x="2565" y="0"/>
                                    </p:animMotion>
                                  </p:childTnLst>
                                </p:cTn>
                              </p:par>
                              <p:par>
                                <p:cTn id="133" presetID="10" presetClass="entr" presetSubtype="0" fill="hold" nodeType="withEffect">
                                  <p:stCondLst>
                                    <p:cond delay="1000"/>
                                  </p:stCondLst>
                                  <p:childTnLst>
                                    <p:set>
                                      <p:cBhvr>
                                        <p:cTn id="134" dur="1" fill="hold">
                                          <p:stCondLst>
                                            <p:cond delay="0"/>
                                          </p:stCondLst>
                                        </p:cTn>
                                        <p:tgtEl>
                                          <p:spTgt spid="112">
                                            <p:txEl>
                                              <p:pRg st="0" end="0"/>
                                            </p:txEl>
                                          </p:spTgt>
                                        </p:tgtEl>
                                        <p:attrNameLst>
                                          <p:attrName>style.visibility</p:attrName>
                                        </p:attrNameLst>
                                      </p:cBhvr>
                                      <p:to>
                                        <p:strVal val="visible"/>
                                      </p:to>
                                    </p:set>
                                    <p:animEffect transition="in" filter="fade">
                                      <p:cBhvr>
                                        <p:cTn id="135" dur="750"/>
                                        <p:tgtEl>
                                          <p:spTgt spid="112">
                                            <p:txEl>
                                              <p:pRg st="0" end="0"/>
                                            </p:txEl>
                                          </p:spTgt>
                                        </p:tgtEl>
                                      </p:cBhvr>
                                    </p:animEffect>
                                  </p:childTnLst>
                                </p:cTn>
                              </p:par>
                              <p:par>
                                <p:cTn id="136" presetID="16" presetClass="entr" presetSubtype="37" fill="hold" nodeType="withEffect">
                                  <p:stCondLst>
                                    <p:cond delay="1000"/>
                                  </p:stCondLst>
                                  <p:childTnLst>
                                    <p:set>
                                      <p:cBhvr>
                                        <p:cTn id="137" dur="1" fill="hold">
                                          <p:stCondLst>
                                            <p:cond delay="0"/>
                                          </p:stCondLst>
                                        </p:cTn>
                                        <p:tgtEl>
                                          <p:spTgt spid="113"/>
                                        </p:tgtEl>
                                        <p:attrNameLst>
                                          <p:attrName>style.visibility</p:attrName>
                                        </p:attrNameLst>
                                      </p:cBhvr>
                                      <p:to>
                                        <p:strVal val="visible"/>
                                      </p:to>
                                    </p:set>
                                    <p:animEffect transition="in" filter="barn(outVertical)">
                                      <p:cBhvr>
                                        <p:cTn id="138" dur="75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P spid="110" grpId="1"/>
      <p:bldP spid="93" grpId="0"/>
      <p:bldP spid="93" grpId="1"/>
      <p:bldP spid="97" grpId="0"/>
      <p:bldP spid="97" grpId="1"/>
      <p:bldP spid="99" grpId="0"/>
      <p:bldP spid="99" grpId="1"/>
      <p:bldP spid="101" grpId="0"/>
      <p:bldP spid="101" grpId="1"/>
      <p:bldP spid="102" grpId="0" animBg="1"/>
      <p:bldP spid="103" grpId="0" animBg="1"/>
      <p:bldP spid="104" grpId="0" animBg="1"/>
      <p:bldP spid="108" grpId="0" animBg="1"/>
      <p:bldP spid="10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1-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452312B4-C7E3-465C-9DF4-4BD02E862800}"/>
              </a:ext>
            </a:extLst>
          </p:cNvPr>
          <p:cNvGrpSpPr/>
          <p:nvPr/>
        </p:nvGrpSpPr>
        <p:grpSpPr>
          <a:xfrm>
            <a:off x="3818245" y="4366350"/>
            <a:ext cx="4555512" cy="2681760"/>
            <a:chOff x="3818245" y="4366350"/>
            <a:chExt cx="4555512" cy="2681760"/>
          </a:xfrm>
        </p:grpSpPr>
        <p:sp>
          <p:nvSpPr>
            <p:cNvPr id="99" name="1-1-Freeform">
              <a:extLst>
                <a:ext uri="{FF2B5EF4-FFF2-40B4-BE49-F238E27FC236}">
                  <a16:creationId xmlns:a16="http://schemas.microsoft.com/office/drawing/2014/main" id="{F5F1A2AC-F2C5-4D4C-87DF-1BC9EFB301DA}"/>
                </a:ext>
              </a:extLst>
            </p:cNvPr>
            <p:cNvSpPr/>
            <p:nvPr/>
          </p:nvSpPr>
          <p:spPr>
            <a:xfrm>
              <a:off x="3818246" y="4403549"/>
              <a:ext cx="4555511" cy="2644561"/>
            </a:xfrm>
            <a:custGeom>
              <a:avLst/>
              <a:gdLst>
                <a:gd name="connsiteX0" fmla="*/ 1030796 w 2077402"/>
                <a:gd name="connsiteY0" fmla="*/ 1205973 h 1205972"/>
                <a:gd name="connsiteX1" fmla="*/ 911066 w 2077402"/>
                <a:gd name="connsiteY1" fmla="*/ 1178445 h 1205972"/>
                <a:gd name="connsiteX2" fmla="*/ 50102 w 2077402"/>
                <a:gd name="connsiteY2" fmla="*/ 681336 h 1205972"/>
                <a:gd name="connsiteX3" fmla="*/ 0 w 2077402"/>
                <a:gd name="connsiteY3" fmla="*/ 607517 h 1205972"/>
                <a:gd name="connsiteX4" fmla="*/ 69247 w 2077402"/>
                <a:gd name="connsiteY4" fmla="*/ 513505 h 1205972"/>
                <a:gd name="connsiteX5" fmla="*/ 891921 w 2077402"/>
                <a:gd name="connsiteY5" fmla="*/ 38588 h 1205972"/>
                <a:gd name="connsiteX6" fmla="*/ 1166336 w 2077402"/>
                <a:gd name="connsiteY6" fmla="*/ 27539 h 1205972"/>
                <a:gd name="connsiteX7" fmla="*/ 2027301 w 2077402"/>
                <a:gd name="connsiteY7" fmla="*/ 524554 h 1205972"/>
                <a:gd name="connsiteX8" fmla="*/ 2077403 w 2077402"/>
                <a:gd name="connsiteY8" fmla="*/ 598373 h 1205972"/>
                <a:gd name="connsiteX9" fmla="*/ 2008156 w 2077402"/>
                <a:gd name="connsiteY9" fmla="*/ 692385 h 1205972"/>
                <a:gd name="connsiteX10" fmla="*/ 1185482 w 2077402"/>
                <a:gd name="connsiteY10" fmla="*/ 1167396 h 1205972"/>
                <a:gd name="connsiteX11" fmla="*/ 1030796 w 2077402"/>
                <a:gd name="connsiteY11" fmla="*/ 1205973 h 1205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77402" h="1205972">
                  <a:moveTo>
                    <a:pt x="1030796" y="1205973"/>
                  </a:moveTo>
                  <a:cubicBezTo>
                    <a:pt x="985933" y="1205973"/>
                    <a:pt x="943070" y="1196924"/>
                    <a:pt x="911066" y="1178445"/>
                  </a:cubicBezTo>
                  <a:lnTo>
                    <a:pt x="50102" y="681336"/>
                  </a:lnTo>
                  <a:cubicBezTo>
                    <a:pt x="17812" y="662667"/>
                    <a:pt x="0" y="636473"/>
                    <a:pt x="0" y="607517"/>
                  </a:cubicBezTo>
                  <a:cubicBezTo>
                    <a:pt x="0" y="573227"/>
                    <a:pt x="25241" y="538937"/>
                    <a:pt x="69247" y="513505"/>
                  </a:cubicBezTo>
                  <a:lnTo>
                    <a:pt x="891921" y="38588"/>
                  </a:lnTo>
                  <a:cubicBezTo>
                    <a:pt x="972884" y="-8179"/>
                    <a:pt x="1095947" y="-13132"/>
                    <a:pt x="1166336" y="27539"/>
                  </a:cubicBezTo>
                  <a:lnTo>
                    <a:pt x="2027301" y="524554"/>
                  </a:lnTo>
                  <a:cubicBezTo>
                    <a:pt x="2059686" y="543223"/>
                    <a:pt x="2077403" y="569417"/>
                    <a:pt x="2077403" y="598373"/>
                  </a:cubicBezTo>
                  <a:cubicBezTo>
                    <a:pt x="2077403" y="632663"/>
                    <a:pt x="2052161" y="666953"/>
                    <a:pt x="2008156" y="692385"/>
                  </a:cubicBezTo>
                  <a:lnTo>
                    <a:pt x="1185482" y="1167396"/>
                  </a:lnTo>
                  <a:cubicBezTo>
                    <a:pt x="1141381" y="1192923"/>
                    <a:pt x="1084612" y="1205973"/>
                    <a:pt x="1030796" y="1205973"/>
                  </a:cubicBezTo>
                  <a:close/>
                </a:path>
              </a:pathLst>
            </a:custGeom>
            <a:gradFill>
              <a:gsLst>
                <a:gs pos="0">
                  <a:schemeClr val="accent1">
                    <a:alpha val="23000"/>
                  </a:schemeClr>
                </a:gs>
                <a:gs pos="68000">
                  <a:schemeClr val="accent1">
                    <a:alpha val="0"/>
                  </a:schemeClr>
                </a:gs>
              </a:gsLst>
              <a:lin ang="1620000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1-2-Freeform">
              <a:extLst>
                <a:ext uri="{FF2B5EF4-FFF2-40B4-BE49-F238E27FC236}">
                  <a16:creationId xmlns:a16="http://schemas.microsoft.com/office/drawing/2014/main" id="{57A7AEE0-BDFA-4621-BF5E-B19D3245290E}"/>
                </a:ext>
              </a:extLst>
            </p:cNvPr>
            <p:cNvSpPr/>
            <p:nvPr/>
          </p:nvSpPr>
          <p:spPr>
            <a:xfrm flipH="1">
              <a:off x="3818245" y="4366350"/>
              <a:ext cx="4555511" cy="2644769"/>
            </a:xfrm>
            <a:custGeom>
              <a:avLst/>
              <a:gdLst>
                <a:gd name="connsiteX0" fmla="*/ 2093114 w 4218335"/>
                <a:gd name="connsiteY0" fmla="*/ 2449019 h 2449018"/>
                <a:gd name="connsiteX1" fmla="*/ 1849994 w 4218335"/>
                <a:gd name="connsiteY1" fmla="*/ 2393123 h 2449018"/>
                <a:gd name="connsiteX2" fmla="*/ 101735 w 4218335"/>
                <a:gd name="connsiteY2" fmla="*/ 1383701 h 2449018"/>
                <a:gd name="connsiteX3" fmla="*/ 0 w 4218335"/>
                <a:gd name="connsiteY3" fmla="*/ 1233806 h 2449018"/>
                <a:gd name="connsiteX4" fmla="*/ 140611 w 4218335"/>
                <a:gd name="connsiteY4" fmla="*/ 1042907 h 2449018"/>
                <a:gd name="connsiteX5" fmla="*/ 1811118 w 4218335"/>
                <a:gd name="connsiteY5" fmla="*/ 78357 h 2449018"/>
                <a:gd name="connsiteX6" fmla="*/ 2368340 w 4218335"/>
                <a:gd name="connsiteY6" fmla="*/ 55921 h 2449018"/>
                <a:gd name="connsiteX7" fmla="*/ 4116599 w 4218335"/>
                <a:gd name="connsiteY7" fmla="*/ 1065150 h 2449018"/>
                <a:gd name="connsiteX8" fmla="*/ 4218334 w 4218335"/>
                <a:gd name="connsiteY8" fmla="*/ 1215045 h 2449018"/>
                <a:gd name="connsiteX9" fmla="*/ 4077723 w 4218335"/>
                <a:gd name="connsiteY9" fmla="*/ 1405943 h 2449018"/>
                <a:gd name="connsiteX10" fmla="*/ 2407216 w 4218335"/>
                <a:gd name="connsiteY10" fmla="*/ 2370493 h 2449018"/>
                <a:gd name="connsiteX11" fmla="*/ 2093114 w 4218335"/>
                <a:gd name="connsiteY11" fmla="*/ 2449019 h 2449018"/>
                <a:gd name="connsiteX12" fmla="*/ 2125414 w 4218335"/>
                <a:gd name="connsiteY12" fmla="*/ 32712 h 2449018"/>
                <a:gd name="connsiteX13" fmla="*/ 1827558 w 4218335"/>
                <a:gd name="connsiteY13" fmla="*/ 107176 h 2449018"/>
                <a:gd name="connsiteX14" fmla="*/ 157051 w 4218335"/>
                <a:gd name="connsiteY14" fmla="*/ 1071532 h 2449018"/>
                <a:gd name="connsiteX15" fmla="*/ 32880 w 4218335"/>
                <a:gd name="connsiteY15" fmla="*/ 1233806 h 2449018"/>
                <a:gd name="connsiteX16" fmla="*/ 118175 w 4218335"/>
                <a:gd name="connsiteY16" fmla="*/ 1355076 h 2449018"/>
                <a:gd name="connsiteX17" fmla="*/ 1866434 w 4218335"/>
                <a:gd name="connsiteY17" fmla="*/ 2364304 h 2449018"/>
                <a:gd name="connsiteX18" fmla="*/ 2390776 w 4218335"/>
                <a:gd name="connsiteY18" fmla="*/ 2341868 h 2449018"/>
                <a:gd name="connsiteX19" fmla="*/ 4061283 w 4218335"/>
                <a:gd name="connsiteY19" fmla="*/ 1377318 h 2449018"/>
                <a:gd name="connsiteX20" fmla="*/ 4185454 w 4218335"/>
                <a:gd name="connsiteY20" fmla="*/ 1215045 h 2449018"/>
                <a:gd name="connsiteX21" fmla="*/ 4100159 w 4218335"/>
                <a:gd name="connsiteY21" fmla="*/ 1093775 h 2449018"/>
                <a:gd name="connsiteX22" fmla="*/ 2351900 w 4218335"/>
                <a:gd name="connsiteY22" fmla="*/ 84546 h 2449018"/>
                <a:gd name="connsiteX23" fmla="*/ 2125414 w 4218335"/>
                <a:gd name="connsiteY23" fmla="*/ 32712 h 244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218335" h="2449018">
                  <a:moveTo>
                    <a:pt x="2093114" y="2449019"/>
                  </a:moveTo>
                  <a:cubicBezTo>
                    <a:pt x="2002016" y="2449019"/>
                    <a:pt x="1914981" y="2430645"/>
                    <a:pt x="1849994" y="2393123"/>
                  </a:cubicBezTo>
                  <a:lnTo>
                    <a:pt x="101735" y="1383701"/>
                  </a:lnTo>
                  <a:cubicBezTo>
                    <a:pt x="36168" y="1345792"/>
                    <a:pt x="0" y="1292603"/>
                    <a:pt x="0" y="1233806"/>
                  </a:cubicBezTo>
                  <a:cubicBezTo>
                    <a:pt x="0" y="1164177"/>
                    <a:pt x="51254" y="1094549"/>
                    <a:pt x="140611" y="1042907"/>
                  </a:cubicBezTo>
                  <a:lnTo>
                    <a:pt x="1811118" y="78357"/>
                  </a:lnTo>
                  <a:cubicBezTo>
                    <a:pt x="1975519" y="-16609"/>
                    <a:pt x="2225408" y="-26666"/>
                    <a:pt x="2368340" y="55921"/>
                  </a:cubicBezTo>
                  <a:lnTo>
                    <a:pt x="4116599" y="1065150"/>
                  </a:lnTo>
                  <a:cubicBezTo>
                    <a:pt x="4182360" y="1103059"/>
                    <a:pt x="4218528" y="1156247"/>
                    <a:pt x="4218334" y="1215045"/>
                  </a:cubicBezTo>
                  <a:cubicBezTo>
                    <a:pt x="4218334" y="1284673"/>
                    <a:pt x="4167080" y="1354302"/>
                    <a:pt x="4077723" y="1405943"/>
                  </a:cubicBezTo>
                  <a:lnTo>
                    <a:pt x="2407216" y="2370493"/>
                  </a:lnTo>
                  <a:cubicBezTo>
                    <a:pt x="2317666" y="2422521"/>
                    <a:pt x="2202392" y="2449019"/>
                    <a:pt x="2093114" y="2449019"/>
                  </a:cubicBezTo>
                  <a:close/>
                  <a:moveTo>
                    <a:pt x="2125414" y="32712"/>
                  </a:moveTo>
                  <a:cubicBezTo>
                    <a:pt x="2022131" y="32712"/>
                    <a:pt x="1912853" y="57855"/>
                    <a:pt x="1827558" y="107176"/>
                  </a:cubicBezTo>
                  <a:lnTo>
                    <a:pt x="157051" y="1071532"/>
                  </a:lnTo>
                  <a:cubicBezTo>
                    <a:pt x="78139" y="1116984"/>
                    <a:pt x="32880" y="1176169"/>
                    <a:pt x="32880" y="1233806"/>
                  </a:cubicBezTo>
                  <a:cubicBezTo>
                    <a:pt x="32880" y="1280225"/>
                    <a:pt x="63246" y="1323356"/>
                    <a:pt x="118175" y="1355076"/>
                  </a:cubicBezTo>
                  <a:lnTo>
                    <a:pt x="1866434" y="2364304"/>
                  </a:lnTo>
                  <a:cubicBezTo>
                    <a:pt x="2000276" y="2441669"/>
                    <a:pt x="2235466" y="2431612"/>
                    <a:pt x="2390776" y="2341868"/>
                  </a:cubicBezTo>
                  <a:lnTo>
                    <a:pt x="4061283" y="1377318"/>
                  </a:lnTo>
                  <a:cubicBezTo>
                    <a:pt x="4140195" y="1331866"/>
                    <a:pt x="4185454" y="1272682"/>
                    <a:pt x="4185454" y="1215045"/>
                  </a:cubicBezTo>
                  <a:cubicBezTo>
                    <a:pt x="4185454" y="1168626"/>
                    <a:pt x="4155088" y="1125495"/>
                    <a:pt x="4100159" y="1093775"/>
                  </a:cubicBezTo>
                  <a:lnTo>
                    <a:pt x="2351900" y="84546"/>
                  </a:lnTo>
                  <a:cubicBezTo>
                    <a:pt x="2291556" y="49732"/>
                    <a:pt x="2210516" y="32712"/>
                    <a:pt x="2125414" y="32712"/>
                  </a:cubicBezTo>
                  <a:close/>
                </a:path>
              </a:pathLst>
            </a:custGeom>
            <a:gradFill flip="none" rotWithShape="1">
              <a:gsLst>
                <a:gs pos="0">
                  <a:schemeClr val="bg1">
                    <a:alpha val="12000"/>
                  </a:schemeClr>
                </a:gs>
                <a:gs pos="83000">
                  <a:schemeClr val="bg1">
                    <a:alpha val="0"/>
                  </a:schemeClr>
                </a:gs>
              </a:gsLst>
              <a:lin ang="16200000" scaled="1"/>
              <a:tileRect/>
            </a:gradFill>
            <a:ln w="1931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41" name="2-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69BB11A1-1B54-4F53-9228-1F052BCDF5B8}"/>
              </a:ext>
            </a:extLst>
          </p:cNvPr>
          <p:cNvSpPr/>
          <p:nvPr/>
        </p:nvSpPr>
        <p:spPr>
          <a:xfrm flipH="1">
            <a:off x="2502424" y="4103461"/>
            <a:ext cx="7187152" cy="4172606"/>
          </a:xfrm>
          <a:custGeom>
            <a:avLst/>
            <a:gdLst>
              <a:gd name="connsiteX0" fmla="*/ 2093114 w 4218335"/>
              <a:gd name="connsiteY0" fmla="*/ 2449019 h 2449018"/>
              <a:gd name="connsiteX1" fmla="*/ 1849994 w 4218335"/>
              <a:gd name="connsiteY1" fmla="*/ 2393123 h 2449018"/>
              <a:gd name="connsiteX2" fmla="*/ 101735 w 4218335"/>
              <a:gd name="connsiteY2" fmla="*/ 1383701 h 2449018"/>
              <a:gd name="connsiteX3" fmla="*/ 0 w 4218335"/>
              <a:gd name="connsiteY3" fmla="*/ 1233806 h 2449018"/>
              <a:gd name="connsiteX4" fmla="*/ 140611 w 4218335"/>
              <a:gd name="connsiteY4" fmla="*/ 1042907 h 2449018"/>
              <a:gd name="connsiteX5" fmla="*/ 1811118 w 4218335"/>
              <a:gd name="connsiteY5" fmla="*/ 78357 h 2449018"/>
              <a:gd name="connsiteX6" fmla="*/ 2368340 w 4218335"/>
              <a:gd name="connsiteY6" fmla="*/ 55921 h 2449018"/>
              <a:gd name="connsiteX7" fmla="*/ 4116599 w 4218335"/>
              <a:gd name="connsiteY7" fmla="*/ 1065150 h 2449018"/>
              <a:gd name="connsiteX8" fmla="*/ 4218334 w 4218335"/>
              <a:gd name="connsiteY8" fmla="*/ 1215045 h 2449018"/>
              <a:gd name="connsiteX9" fmla="*/ 4077723 w 4218335"/>
              <a:gd name="connsiteY9" fmla="*/ 1405943 h 2449018"/>
              <a:gd name="connsiteX10" fmla="*/ 2407216 w 4218335"/>
              <a:gd name="connsiteY10" fmla="*/ 2370493 h 2449018"/>
              <a:gd name="connsiteX11" fmla="*/ 2093114 w 4218335"/>
              <a:gd name="connsiteY11" fmla="*/ 2449019 h 2449018"/>
              <a:gd name="connsiteX12" fmla="*/ 2125414 w 4218335"/>
              <a:gd name="connsiteY12" fmla="*/ 32712 h 2449018"/>
              <a:gd name="connsiteX13" fmla="*/ 1827558 w 4218335"/>
              <a:gd name="connsiteY13" fmla="*/ 107176 h 2449018"/>
              <a:gd name="connsiteX14" fmla="*/ 157051 w 4218335"/>
              <a:gd name="connsiteY14" fmla="*/ 1071532 h 2449018"/>
              <a:gd name="connsiteX15" fmla="*/ 32880 w 4218335"/>
              <a:gd name="connsiteY15" fmla="*/ 1233806 h 2449018"/>
              <a:gd name="connsiteX16" fmla="*/ 118175 w 4218335"/>
              <a:gd name="connsiteY16" fmla="*/ 1355076 h 2449018"/>
              <a:gd name="connsiteX17" fmla="*/ 1866434 w 4218335"/>
              <a:gd name="connsiteY17" fmla="*/ 2364304 h 2449018"/>
              <a:gd name="connsiteX18" fmla="*/ 2390776 w 4218335"/>
              <a:gd name="connsiteY18" fmla="*/ 2341868 h 2449018"/>
              <a:gd name="connsiteX19" fmla="*/ 4061283 w 4218335"/>
              <a:gd name="connsiteY19" fmla="*/ 1377318 h 2449018"/>
              <a:gd name="connsiteX20" fmla="*/ 4185454 w 4218335"/>
              <a:gd name="connsiteY20" fmla="*/ 1215045 h 2449018"/>
              <a:gd name="connsiteX21" fmla="*/ 4100159 w 4218335"/>
              <a:gd name="connsiteY21" fmla="*/ 1093775 h 2449018"/>
              <a:gd name="connsiteX22" fmla="*/ 2351900 w 4218335"/>
              <a:gd name="connsiteY22" fmla="*/ 84546 h 2449018"/>
              <a:gd name="connsiteX23" fmla="*/ 2125414 w 4218335"/>
              <a:gd name="connsiteY23" fmla="*/ 32712 h 244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218335" h="2449018">
                <a:moveTo>
                  <a:pt x="2093114" y="2449019"/>
                </a:moveTo>
                <a:cubicBezTo>
                  <a:pt x="2002016" y="2449019"/>
                  <a:pt x="1914981" y="2430645"/>
                  <a:pt x="1849994" y="2393123"/>
                </a:cubicBezTo>
                <a:lnTo>
                  <a:pt x="101735" y="1383701"/>
                </a:lnTo>
                <a:cubicBezTo>
                  <a:pt x="36168" y="1345792"/>
                  <a:pt x="0" y="1292603"/>
                  <a:pt x="0" y="1233806"/>
                </a:cubicBezTo>
                <a:cubicBezTo>
                  <a:pt x="0" y="1164177"/>
                  <a:pt x="51254" y="1094549"/>
                  <a:pt x="140611" y="1042907"/>
                </a:cubicBezTo>
                <a:lnTo>
                  <a:pt x="1811118" y="78357"/>
                </a:lnTo>
                <a:cubicBezTo>
                  <a:pt x="1975519" y="-16609"/>
                  <a:pt x="2225408" y="-26666"/>
                  <a:pt x="2368340" y="55921"/>
                </a:cubicBezTo>
                <a:lnTo>
                  <a:pt x="4116599" y="1065150"/>
                </a:lnTo>
                <a:cubicBezTo>
                  <a:pt x="4182360" y="1103059"/>
                  <a:pt x="4218528" y="1156247"/>
                  <a:pt x="4218334" y="1215045"/>
                </a:cubicBezTo>
                <a:cubicBezTo>
                  <a:pt x="4218334" y="1284673"/>
                  <a:pt x="4167080" y="1354302"/>
                  <a:pt x="4077723" y="1405943"/>
                </a:cubicBezTo>
                <a:lnTo>
                  <a:pt x="2407216" y="2370493"/>
                </a:lnTo>
                <a:cubicBezTo>
                  <a:pt x="2317666" y="2422521"/>
                  <a:pt x="2202392" y="2449019"/>
                  <a:pt x="2093114" y="2449019"/>
                </a:cubicBezTo>
                <a:close/>
                <a:moveTo>
                  <a:pt x="2125414" y="32712"/>
                </a:moveTo>
                <a:cubicBezTo>
                  <a:pt x="2022131" y="32712"/>
                  <a:pt x="1912853" y="57855"/>
                  <a:pt x="1827558" y="107176"/>
                </a:cubicBezTo>
                <a:lnTo>
                  <a:pt x="157051" y="1071532"/>
                </a:lnTo>
                <a:cubicBezTo>
                  <a:pt x="78139" y="1116984"/>
                  <a:pt x="32880" y="1176169"/>
                  <a:pt x="32880" y="1233806"/>
                </a:cubicBezTo>
                <a:cubicBezTo>
                  <a:pt x="32880" y="1280225"/>
                  <a:pt x="63246" y="1323356"/>
                  <a:pt x="118175" y="1355076"/>
                </a:cubicBezTo>
                <a:lnTo>
                  <a:pt x="1866434" y="2364304"/>
                </a:lnTo>
                <a:cubicBezTo>
                  <a:pt x="2000276" y="2441669"/>
                  <a:pt x="2235466" y="2431612"/>
                  <a:pt x="2390776" y="2341868"/>
                </a:cubicBezTo>
                <a:lnTo>
                  <a:pt x="4061283" y="1377318"/>
                </a:lnTo>
                <a:cubicBezTo>
                  <a:pt x="4140195" y="1331866"/>
                  <a:pt x="4185454" y="1272682"/>
                  <a:pt x="4185454" y="1215045"/>
                </a:cubicBezTo>
                <a:cubicBezTo>
                  <a:pt x="4185454" y="1168626"/>
                  <a:pt x="4155088" y="1125495"/>
                  <a:pt x="4100159" y="1093775"/>
                </a:cubicBezTo>
                <a:lnTo>
                  <a:pt x="2351900" y="84546"/>
                </a:lnTo>
                <a:cubicBezTo>
                  <a:pt x="2291556" y="49732"/>
                  <a:pt x="2210516" y="32712"/>
                  <a:pt x="2125414" y="32712"/>
                </a:cubicBezTo>
                <a:close/>
              </a:path>
            </a:pathLst>
          </a:custGeom>
          <a:gradFill flip="none" rotWithShape="1">
            <a:gsLst>
              <a:gs pos="0">
                <a:schemeClr val="bg1">
                  <a:alpha val="12000"/>
                </a:schemeClr>
              </a:gs>
              <a:gs pos="73000">
                <a:schemeClr val="bg1">
                  <a:alpha val="0"/>
                </a:schemeClr>
              </a:gs>
            </a:gsLst>
            <a:lin ang="16200000" scaled="1"/>
            <a:tileRect/>
          </a:gradFill>
          <a:ln w="1931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18" name="Group 17">
            <a:extLst>
              <a:ext uri="{FF2B5EF4-FFF2-40B4-BE49-F238E27FC236}">
                <a16:creationId xmlns:a16="http://schemas.microsoft.com/office/drawing/2014/main" id="{6DC3B41D-97CF-3119-8710-C6CC3E511B34}"/>
              </a:ext>
            </a:extLst>
          </p:cNvPr>
          <p:cNvGrpSpPr/>
          <p:nvPr/>
        </p:nvGrpSpPr>
        <p:grpSpPr>
          <a:xfrm>
            <a:off x="4312800" y="4266622"/>
            <a:ext cx="3566402" cy="2214308"/>
            <a:chOff x="4312800" y="4266622"/>
            <a:chExt cx="3566402" cy="2214308"/>
          </a:xfrm>
        </p:grpSpPr>
        <p:sp>
          <p:nvSpPr>
            <p:cNvPr id="47" name="1-Freeform">
              <a:extLst>
                <a:ext uri="{FF2B5EF4-FFF2-40B4-BE49-F238E27FC236}">
                  <a16:creationId xmlns:a16="http://schemas.microsoft.com/office/drawing/2014/main" id="{37C3D5FC-17FD-47A2-B9C2-3F99A0EFDC34}"/>
                </a:ext>
              </a:extLst>
            </p:cNvPr>
            <p:cNvSpPr/>
            <p:nvPr/>
          </p:nvSpPr>
          <p:spPr>
            <a:xfrm flipH="1">
              <a:off x="4312800" y="4266622"/>
              <a:ext cx="3566402" cy="2070363"/>
            </a:xfrm>
            <a:custGeom>
              <a:avLst/>
              <a:gdLst>
                <a:gd name="connsiteX0" fmla="*/ 2093114 w 4218334"/>
                <a:gd name="connsiteY0" fmla="*/ 2448826 h 2448825"/>
                <a:gd name="connsiteX1" fmla="*/ 1849994 w 4218334"/>
                <a:gd name="connsiteY1" fmla="*/ 2392929 h 2448825"/>
                <a:gd name="connsiteX2" fmla="*/ 101735 w 4218334"/>
                <a:gd name="connsiteY2" fmla="*/ 1383507 h 2448825"/>
                <a:gd name="connsiteX3" fmla="*/ 0 w 4218334"/>
                <a:gd name="connsiteY3" fmla="*/ 1233612 h 2448825"/>
                <a:gd name="connsiteX4" fmla="*/ 140611 w 4218334"/>
                <a:gd name="connsiteY4" fmla="*/ 1042714 h 2448825"/>
                <a:gd name="connsiteX5" fmla="*/ 1811118 w 4218334"/>
                <a:gd name="connsiteY5" fmla="*/ 78357 h 2448825"/>
                <a:gd name="connsiteX6" fmla="*/ 2368340 w 4218334"/>
                <a:gd name="connsiteY6" fmla="*/ 55921 h 2448825"/>
                <a:gd name="connsiteX7" fmla="*/ 4116599 w 4218334"/>
                <a:gd name="connsiteY7" fmla="*/ 1065150 h 2448825"/>
                <a:gd name="connsiteX8" fmla="*/ 4218334 w 4218334"/>
                <a:gd name="connsiteY8" fmla="*/ 1215045 h 2448825"/>
                <a:gd name="connsiteX9" fmla="*/ 4077723 w 4218334"/>
                <a:gd name="connsiteY9" fmla="*/ 1405943 h 2448825"/>
                <a:gd name="connsiteX10" fmla="*/ 2407216 w 4218334"/>
                <a:gd name="connsiteY10" fmla="*/ 2370493 h 2448825"/>
                <a:gd name="connsiteX11" fmla="*/ 2093114 w 4218334"/>
                <a:gd name="connsiteY11" fmla="*/ 2448826 h 2448825"/>
                <a:gd name="connsiteX12" fmla="*/ 2125414 w 4218334"/>
                <a:gd name="connsiteY12" fmla="*/ 32518 h 2448825"/>
                <a:gd name="connsiteX13" fmla="*/ 1827558 w 4218334"/>
                <a:gd name="connsiteY13" fmla="*/ 106982 h 2448825"/>
                <a:gd name="connsiteX14" fmla="*/ 157051 w 4218334"/>
                <a:gd name="connsiteY14" fmla="*/ 1071339 h 2448825"/>
                <a:gd name="connsiteX15" fmla="*/ 32880 w 4218334"/>
                <a:gd name="connsiteY15" fmla="*/ 1233612 h 2448825"/>
                <a:gd name="connsiteX16" fmla="*/ 118175 w 4218334"/>
                <a:gd name="connsiteY16" fmla="*/ 1354882 h 2448825"/>
                <a:gd name="connsiteX17" fmla="*/ 1866434 w 4218334"/>
                <a:gd name="connsiteY17" fmla="*/ 2364111 h 2448825"/>
                <a:gd name="connsiteX18" fmla="*/ 2390776 w 4218334"/>
                <a:gd name="connsiteY18" fmla="*/ 2341675 h 2448825"/>
                <a:gd name="connsiteX19" fmla="*/ 4061283 w 4218334"/>
                <a:gd name="connsiteY19" fmla="*/ 1377125 h 2448825"/>
                <a:gd name="connsiteX20" fmla="*/ 4185454 w 4218334"/>
                <a:gd name="connsiteY20" fmla="*/ 1214851 h 2448825"/>
                <a:gd name="connsiteX21" fmla="*/ 4100159 w 4218334"/>
                <a:gd name="connsiteY21" fmla="*/ 1093581 h 2448825"/>
                <a:gd name="connsiteX22" fmla="*/ 2352094 w 4218334"/>
                <a:gd name="connsiteY22" fmla="*/ 84546 h 2448825"/>
                <a:gd name="connsiteX23" fmla="*/ 2125414 w 4218334"/>
                <a:gd name="connsiteY23" fmla="*/ 32518 h 244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218334" h="2448825">
                  <a:moveTo>
                    <a:pt x="2093114" y="2448826"/>
                  </a:moveTo>
                  <a:cubicBezTo>
                    <a:pt x="2002016" y="2448826"/>
                    <a:pt x="1914981" y="2430451"/>
                    <a:pt x="1849994" y="2392929"/>
                  </a:cubicBezTo>
                  <a:lnTo>
                    <a:pt x="101735" y="1383507"/>
                  </a:lnTo>
                  <a:cubicBezTo>
                    <a:pt x="36168" y="1345598"/>
                    <a:pt x="0" y="1292410"/>
                    <a:pt x="0" y="1233612"/>
                  </a:cubicBezTo>
                  <a:cubicBezTo>
                    <a:pt x="0" y="1163984"/>
                    <a:pt x="51254" y="1094355"/>
                    <a:pt x="140611" y="1042714"/>
                  </a:cubicBezTo>
                  <a:lnTo>
                    <a:pt x="1811118" y="78357"/>
                  </a:lnTo>
                  <a:cubicBezTo>
                    <a:pt x="1975519" y="-16609"/>
                    <a:pt x="2225408" y="-26666"/>
                    <a:pt x="2368340" y="55921"/>
                  </a:cubicBezTo>
                  <a:lnTo>
                    <a:pt x="4116599" y="1065150"/>
                  </a:lnTo>
                  <a:cubicBezTo>
                    <a:pt x="4182360" y="1103059"/>
                    <a:pt x="4218334" y="1156247"/>
                    <a:pt x="4218334" y="1215045"/>
                  </a:cubicBezTo>
                  <a:cubicBezTo>
                    <a:pt x="4218334" y="1284673"/>
                    <a:pt x="4167080" y="1354302"/>
                    <a:pt x="4077723" y="1405943"/>
                  </a:cubicBezTo>
                  <a:lnTo>
                    <a:pt x="2407216" y="2370493"/>
                  </a:lnTo>
                  <a:cubicBezTo>
                    <a:pt x="2317666" y="2422328"/>
                    <a:pt x="2202392" y="2448826"/>
                    <a:pt x="2093114" y="2448826"/>
                  </a:cubicBezTo>
                  <a:close/>
                  <a:moveTo>
                    <a:pt x="2125414" y="32518"/>
                  </a:moveTo>
                  <a:cubicBezTo>
                    <a:pt x="2022131" y="32518"/>
                    <a:pt x="1912853" y="57662"/>
                    <a:pt x="1827558" y="106982"/>
                  </a:cubicBezTo>
                  <a:lnTo>
                    <a:pt x="157051" y="1071339"/>
                  </a:lnTo>
                  <a:cubicBezTo>
                    <a:pt x="78139" y="1116984"/>
                    <a:pt x="32880" y="1176169"/>
                    <a:pt x="32880" y="1233612"/>
                  </a:cubicBezTo>
                  <a:cubicBezTo>
                    <a:pt x="32880" y="1280031"/>
                    <a:pt x="63246" y="1323163"/>
                    <a:pt x="118175" y="1354882"/>
                  </a:cubicBezTo>
                  <a:lnTo>
                    <a:pt x="1866434" y="2364111"/>
                  </a:lnTo>
                  <a:cubicBezTo>
                    <a:pt x="2000276" y="2441476"/>
                    <a:pt x="2235466" y="2431418"/>
                    <a:pt x="2390776" y="2341675"/>
                  </a:cubicBezTo>
                  <a:lnTo>
                    <a:pt x="4061283" y="1377125"/>
                  </a:lnTo>
                  <a:cubicBezTo>
                    <a:pt x="4140195" y="1331479"/>
                    <a:pt x="4185454" y="1272295"/>
                    <a:pt x="4185454" y="1214851"/>
                  </a:cubicBezTo>
                  <a:cubicBezTo>
                    <a:pt x="4185454" y="1168432"/>
                    <a:pt x="4155088" y="1125301"/>
                    <a:pt x="4100159" y="1093581"/>
                  </a:cubicBezTo>
                  <a:lnTo>
                    <a:pt x="2352094" y="84546"/>
                  </a:lnTo>
                  <a:cubicBezTo>
                    <a:pt x="2291556" y="49539"/>
                    <a:pt x="2210516" y="32518"/>
                    <a:pt x="2125414" y="32518"/>
                  </a:cubicBezTo>
                  <a:close/>
                </a:path>
              </a:pathLst>
            </a:custGeom>
            <a:gradFill flip="none" rotWithShape="1">
              <a:gsLst>
                <a:gs pos="0">
                  <a:schemeClr val="bg1">
                    <a:alpha val="26000"/>
                  </a:schemeClr>
                </a:gs>
                <a:gs pos="68000">
                  <a:schemeClr val="bg1">
                    <a:alpha val="0"/>
                  </a:schemeClr>
                </a:gs>
              </a:gsLst>
              <a:lin ang="16200000" scaled="1"/>
              <a:tileRect/>
            </a:gradFill>
            <a:ln w="193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6" name="2-Group">
              <a:extLst>
                <a:ext uri="{FF2B5EF4-FFF2-40B4-BE49-F238E27FC236}">
                  <a16:creationId xmlns:a16="http://schemas.microsoft.com/office/drawing/2014/main" id="{30E4866A-645B-4506-9ECE-1178974F9FFE}"/>
                </a:ext>
              </a:extLst>
            </p:cNvPr>
            <p:cNvGrpSpPr/>
            <p:nvPr/>
          </p:nvGrpSpPr>
          <p:grpSpPr>
            <a:xfrm>
              <a:off x="4312800" y="4285770"/>
              <a:ext cx="3566402" cy="2195160"/>
              <a:chOff x="4312800" y="4285770"/>
              <a:chExt cx="3566402" cy="2195160"/>
            </a:xfrm>
          </p:grpSpPr>
          <p:sp>
            <p:nvSpPr>
              <p:cNvPr id="16" name="2-1-Freeform">
                <a:extLst>
                  <a:ext uri="{FF2B5EF4-FFF2-40B4-BE49-F238E27FC236}">
                    <a16:creationId xmlns:a16="http://schemas.microsoft.com/office/drawing/2014/main" id="{21BCAA6A-33C3-4C83-B00D-A72745D6930D}"/>
                  </a:ext>
                </a:extLst>
              </p:cNvPr>
              <p:cNvSpPr/>
              <p:nvPr/>
            </p:nvSpPr>
            <p:spPr>
              <a:xfrm flipH="1">
                <a:off x="4312800" y="4338595"/>
                <a:ext cx="3566402" cy="2070363"/>
              </a:xfrm>
              <a:custGeom>
                <a:avLst/>
                <a:gdLst>
                  <a:gd name="connsiteX0" fmla="*/ 2093114 w 4218334"/>
                  <a:gd name="connsiteY0" fmla="*/ 2448826 h 2448825"/>
                  <a:gd name="connsiteX1" fmla="*/ 1849994 w 4218334"/>
                  <a:gd name="connsiteY1" fmla="*/ 2392929 h 2448825"/>
                  <a:gd name="connsiteX2" fmla="*/ 101735 w 4218334"/>
                  <a:gd name="connsiteY2" fmla="*/ 1383507 h 2448825"/>
                  <a:gd name="connsiteX3" fmla="*/ 0 w 4218334"/>
                  <a:gd name="connsiteY3" fmla="*/ 1233612 h 2448825"/>
                  <a:gd name="connsiteX4" fmla="*/ 140611 w 4218334"/>
                  <a:gd name="connsiteY4" fmla="*/ 1042714 h 2448825"/>
                  <a:gd name="connsiteX5" fmla="*/ 1811118 w 4218334"/>
                  <a:gd name="connsiteY5" fmla="*/ 78357 h 2448825"/>
                  <a:gd name="connsiteX6" fmla="*/ 2368340 w 4218334"/>
                  <a:gd name="connsiteY6" fmla="*/ 55921 h 2448825"/>
                  <a:gd name="connsiteX7" fmla="*/ 4116599 w 4218334"/>
                  <a:gd name="connsiteY7" fmla="*/ 1065150 h 2448825"/>
                  <a:gd name="connsiteX8" fmla="*/ 4218334 w 4218334"/>
                  <a:gd name="connsiteY8" fmla="*/ 1215045 h 2448825"/>
                  <a:gd name="connsiteX9" fmla="*/ 4077723 w 4218334"/>
                  <a:gd name="connsiteY9" fmla="*/ 1405943 h 2448825"/>
                  <a:gd name="connsiteX10" fmla="*/ 2407216 w 4218334"/>
                  <a:gd name="connsiteY10" fmla="*/ 2370493 h 2448825"/>
                  <a:gd name="connsiteX11" fmla="*/ 2093114 w 4218334"/>
                  <a:gd name="connsiteY11" fmla="*/ 2448826 h 2448825"/>
                  <a:gd name="connsiteX12" fmla="*/ 2125414 w 4218334"/>
                  <a:gd name="connsiteY12" fmla="*/ 32518 h 2448825"/>
                  <a:gd name="connsiteX13" fmla="*/ 1827558 w 4218334"/>
                  <a:gd name="connsiteY13" fmla="*/ 106982 h 2448825"/>
                  <a:gd name="connsiteX14" fmla="*/ 157051 w 4218334"/>
                  <a:gd name="connsiteY14" fmla="*/ 1071339 h 2448825"/>
                  <a:gd name="connsiteX15" fmla="*/ 32880 w 4218334"/>
                  <a:gd name="connsiteY15" fmla="*/ 1233612 h 2448825"/>
                  <a:gd name="connsiteX16" fmla="*/ 118175 w 4218334"/>
                  <a:gd name="connsiteY16" fmla="*/ 1354882 h 2448825"/>
                  <a:gd name="connsiteX17" fmla="*/ 1866434 w 4218334"/>
                  <a:gd name="connsiteY17" fmla="*/ 2364111 h 2448825"/>
                  <a:gd name="connsiteX18" fmla="*/ 2390776 w 4218334"/>
                  <a:gd name="connsiteY18" fmla="*/ 2341675 h 2448825"/>
                  <a:gd name="connsiteX19" fmla="*/ 4061283 w 4218334"/>
                  <a:gd name="connsiteY19" fmla="*/ 1377125 h 2448825"/>
                  <a:gd name="connsiteX20" fmla="*/ 4185454 w 4218334"/>
                  <a:gd name="connsiteY20" fmla="*/ 1214851 h 2448825"/>
                  <a:gd name="connsiteX21" fmla="*/ 4100159 w 4218334"/>
                  <a:gd name="connsiteY21" fmla="*/ 1093581 h 2448825"/>
                  <a:gd name="connsiteX22" fmla="*/ 2352094 w 4218334"/>
                  <a:gd name="connsiteY22" fmla="*/ 84546 h 2448825"/>
                  <a:gd name="connsiteX23" fmla="*/ 2125414 w 4218334"/>
                  <a:gd name="connsiteY23" fmla="*/ 32518 h 244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218334" h="2448825">
                    <a:moveTo>
                      <a:pt x="2093114" y="2448826"/>
                    </a:moveTo>
                    <a:cubicBezTo>
                      <a:pt x="2002016" y="2448826"/>
                      <a:pt x="1914981" y="2430451"/>
                      <a:pt x="1849994" y="2392929"/>
                    </a:cubicBezTo>
                    <a:lnTo>
                      <a:pt x="101735" y="1383507"/>
                    </a:lnTo>
                    <a:cubicBezTo>
                      <a:pt x="36168" y="1345598"/>
                      <a:pt x="0" y="1292410"/>
                      <a:pt x="0" y="1233612"/>
                    </a:cubicBezTo>
                    <a:cubicBezTo>
                      <a:pt x="0" y="1163984"/>
                      <a:pt x="51254" y="1094355"/>
                      <a:pt x="140611" y="1042714"/>
                    </a:cubicBezTo>
                    <a:lnTo>
                      <a:pt x="1811118" y="78357"/>
                    </a:lnTo>
                    <a:cubicBezTo>
                      <a:pt x="1975519" y="-16609"/>
                      <a:pt x="2225408" y="-26666"/>
                      <a:pt x="2368340" y="55921"/>
                    </a:cubicBezTo>
                    <a:lnTo>
                      <a:pt x="4116599" y="1065150"/>
                    </a:lnTo>
                    <a:cubicBezTo>
                      <a:pt x="4182360" y="1103059"/>
                      <a:pt x="4218334" y="1156247"/>
                      <a:pt x="4218334" y="1215045"/>
                    </a:cubicBezTo>
                    <a:cubicBezTo>
                      <a:pt x="4218334" y="1284673"/>
                      <a:pt x="4167080" y="1354302"/>
                      <a:pt x="4077723" y="1405943"/>
                    </a:cubicBezTo>
                    <a:lnTo>
                      <a:pt x="2407216" y="2370493"/>
                    </a:lnTo>
                    <a:cubicBezTo>
                      <a:pt x="2317666" y="2422328"/>
                      <a:pt x="2202392" y="2448826"/>
                      <a:pt x="2093114" y="2448826"/>
                    </a:cubicBezTo>
                    <a:close/>
                    <a:moveTo>
                      <a:pt x="2125414" y="32518"/>
                    </a:moveTo>
                    <a:cubicBezTo>
                      <a:pt x="2022131" y="32518"/>
                      <a:pt x="1912853" y="57662"/>
                      <a:pt x="1827558" y="106982"/>
                    </a:cubicBezTo>
                    <a:lnTo>
                      <a:pt x="157051" y="1071339"/>
                    </a:lnTo>
                    <a:cubicBezTo>
                      <a:pt x="78139" y="1116984"/>
                      <a:pt x="32880" y="1176169"/>
                      <a:pt x="32880" y="1233612"/>
                    </a:cubicBezTo>
                    <a:cubicBezTo>
                      <a:pt x="32880" y="1280031"/>
                      <a:pt x="63246" y="1323163"/>
                      <a:pt x="118175" y="1354882"/>
                    </a:cubicBezTo>
                    <a:lnTo>
                      <a:pt x="1866434" y="2364111"/>
                    </a:lnTo>
                    <a:cubicBezTo>
                      <a:pt x="2000276" y="2441476"/>
                      <a:pt x="2235466" y="2431418"/>
                      <a:pt x="2390776" y="2341675"/>
                    </a:cubicBezTo>
                    <a:lnTo>
                      <a:pt x="4061283" y="1377125"/>
                    </a:lnTo>
                    <a:cubicBezTo>
                      <a:pt x="4140195" y="1331479"/>
                      <a:pt x="4185454" y="1272295"/>
                      <a:pt x="4185454" y="1214851"/>
                    </a:cubicBezTo>
                    <a:cubicBezTo>
                      <a:pt x="4185454" y="1168432"/>
                      <a:pt x="4155088" y="1125301"/>
                      <a:pt x="4100159" y="1093581"/>
                    </a:cubicBezTo>
                    <a:lnTo>
                      <a:pt x="2352094" y="84546"/>
                    </a:lnTo>
                    <a:cubicBezTo>
                      <a:pt x="2291556" y="49539"/>
                      <a:pt x="2210516" y="32518"/>
                      <a:pt x="2125414" y="32518"/>
                    </a:cubicBezTo>
                    <a:close/>
                  </a:path>
                </a:pathLst>
              </a:custGeom>
              <a:gradFill flip="none" rotWithShape="1">
                <a:gsLst>
                  <a:gs pos="0">
                    <a:schemeClr val="bg1">
                      <a:alpha val="53000"/>
                    </a:schemeClr>
                  </a:gs>
                  <a:gs pos="65000">
                    <a:schemeClr val="bg1">
                      <a:alpha val="0"/>
                    </a:schemeClr>
                  </a:gs>
                </a:gsLst>
                <a:lin ang="16200000" scaled="1"/>
                <a:tileRect/>
              </a:gradFill>
              <a:ln w="193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8" name="2-2-Freeform">
                <a:extLst>
                  <a:ext uri="{FF2B5EF4-FFF2-40B4-BE49-F238E27FC236}">
                    <a16:creationId xmlns:a16="http://schemas.microsoft.com/office/drawing/2014/main" id="{941378E6-87C5-4D44-827B-E0B8E89DAD2E}"/>
                  </a:ext>
                </a:extLst>
              </p:cNvPr>
              <p:cNvSpPr/>
              <p:nvPr/>
            </p:nvSpPr>
            <p:spPr>
              <a:xfrm flipH="1">
                <a:off x="4312800" y="4410567"/>
                <a:ext cx="3566402" cy="2070363"/>
              </a:xfrm>
              <a:custGeom>
                <a:avLst/>
                <a:gdLst>
                  <a:gd name="connsiteX0" fmla="*/ 2093114 w 4218334"/>
                  <a:gd name="connsiteY0" fmla="*/ 2448826 h 2448825"/>
                  <a:gd name="connsiteX1" fmla="*/ 1849994 w 4218334"/>
                  <a:gd name="connsiteY1" fmla="*/ 2392929 h 2448825"/>
                  <a:gd name="connsiteX2" fmla="*/ 101735 w 4218334"/>
                  <a:gd name="connsiteY2" fmla="*/ 1383507 h 2448825"/>
                  <a:gd name="connsiteX3" fmla="*/ 0 w 4218334"/>
                  <a:gd name="connsiteY3" fmla="*/ 1233612 h 2448825"/>
                  <a:gd name="connsiteX4" fmla="*/ 140611 w 4218334"/>
                  <a:gd name="connsiteY4" fmla="*/ 1042714 h 2448825"/>
                  <a:gd name="connsiteX5" fmla="*/ 1811118 w 4218334"/>
                  <a:gd name="connsiteY5" fmla="*/ 78357 h 2448825"/>
                  <a:gd name="connsiteX6" fmla="*/ 2368340 w 4218334"/>
                  <a:gd name="connsiteY6" fmla="*/ 55921 h 2448825"/>
                  <a:gd name="connsiteX7" fmla="*/ 4116599 w 4218334"/>
                  <a:gd name="connsiteY7" fmla="*/ 1065150 h 2448825"/>
                  <a:gd name="connsiteX8" fmla="*/ 4218334 w 4218334"/>
                  <a:gd name="connsiteY8" fmla="*/ 1215045 h 2448825"/>
                  <a:gd name="connsiteX9" fmla="*/ 4077723 w 4218334"/>
                  <a:gd name="connsiteY9" fmla="*/ 1405943 h 2448825"/>
                  <a:gd name="connsiteX10" fmla="*/ 2407216 w 4218334"/>
                  <a:gd name="connsiteY10" fmla="*/ 2370493 h 2448825"/>
                  <a:gd name="connsiteX11" fmla="*/ 2093114 w 4218334"/>
                  <a:gd name="connsiteY11" fmla="*/ 2448826 h 2448825"/>
                  <a:gd name="connsiteX12" fmla="*/ 2125414 w 4218334"/>
                  <a:gd name="connsiteY12" fmla="*/ 32518 h 2448825"/>
                  <a:gd name="connsiteX13" fmla="*/ 1827558 w 4218334"/>
                  <a:gd name="connsiteY13" fmla="*/ 106982 h 2448825"/>
                  <a:gd name="connsiteX14" fmla="*/ 157051 w 4218334"/>
                  <a:gd name="connsiteY14" fmla="*/ 1071339 h 2448825"/>
                  <a:gd name="connsiteX15" fmla="*/ 32880 w 4218334"/>
                  <a:gd name="connsiteY15" fmla="*/ 1233612 h 2448825"/>
                  <a:gd name="connsiteX16" fmla="*/ 118175 w 4218334"/>
                  <a:gd name="connsiteY16" fmla="*/ 1354882 h 2448825"/>
                  <a:gd name="connsiteX17" fmla="*/ 1866434 w 4218334"/>
                  <a:gd name="connsiteY17" fmla="*/ 2364111 h 2448825"/>
                  <a:gd name="connsiteX18" fmla="*/ 2390776 w 4218334"/>
                  <a:gd name="connsiteY18" fmla="*/ 2341675 h 2448825"/>
                  <a:gd name="connsiteX19" fmla="*/ 4061283 w 4218334"/>
                  <a:gd name="connsiteY19" fmla="*/ 1377125 h 2448825"/>
                  <a:gd name="connsiteX20" fmla="*/ 4185454 w 4218334"/>
                  <a:gd name="connsiteY20" fmla="*/ 1214851 h 2448825"/>
                  <a:gd name="connsiteX21" fmla="*/ 4100159 w 4218334"/>
                  <a:gd name="connsiteY21" fmla="*/ 1093581 h 2448825"/>
                  <a:gd name="connsiteX22" fmla="*/ 2352094 w 4218334"/>
                  <a:gd name="connsiteY22" fmla="*/ 84546 h 2448825"/>
                  <a:gd name="connsiteX23" fmla="*/ 2125414 w 4218334"/>
                  <a:gd name="connsiteY23" fmla="*/ 32518 h 244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218334" h="2448825">
                    <a:moveTo>
                      <a:pt x="2093114" y="2448826"/>
                    </a:moveTo>
                    <a:cubicBezTo>
                      <a:pt x="2002016" y="2448826"/>
                      <a:pt x="1914981" y="2430451"/>
                      <a:pt x="1849994" y="2392929"/>
                    </a:cubicBezTo>
                    <a:lnTo>
                      <a:pt x="101735" y="1383507"/>
                    </a:lnTo>
                    <a:cubicBezTo>
                      <a:pt x="36168" y="1345598"/>
                      <a:pt x="0" y="1292410"/>
                      <a:pt x="0" y="1233612"/>
                    </a:cubicBezTo>
                    <a:cubicBezTo>
                      <a:pt x="0" y="1163984"/>
                      <a:pt x="51254" y="1094355"/>
                      <a:pt x="140611" y="1042714"/>
                    </a:cubicBezTo>
                    <a:lnTo>
                      <a:pt x="1811118" y="78357"/>
                    </a:lnTo>
                    <a:cubicBezTo>
                      <a:pt x="1975519" y="-16609"/>
                      <a:pt x="2225408" y="-26666"/>
                      <a:pt x="2368340" y="55921"/>
                    </a:cubicBezTo>
                    <a:lnTo>
                      <a:pt x="4116599" y="1065150"/>
                    </a:lnTo>
                    <a:cubicBezTo>
                      <a:pt x="4182360" y="1103059"/>
                      <a:pt x="4218334" y="1156247"/>
                      <a:pt x="4218334" y="1215045"/>
                    </a:cubicBezTo>
                    <a:cubicBezTo>
                      <a:pt x="4218334" y="1284673"/>
                      <a:pt x="4167080" y="1354302"/>
                      <a:pt x="4077723" y="1405943"/>
                    </a:cubicBezTo>
                    <a:lnTo>
                      <a:pt x="2407216" y="2370493"/>
                    </a:lnTo>
                    <a:cubicBezTo>
                      <a:pt x="2317666" y="2422328"/>
                      <a:pt x="2202392" y="2448826"/>
                      <a:pt x="2093114" y="2448826"/>
                    </a:cubicBezTo>
                    <a:close/>
                    <a:moveTo>
                      <a:pt x="2125414" y="32518"/>
                    </a:moveTo>
                    <a:cubicBezTo>
                      <a:pt x="2022131" y="32518"/>
                      <a:pt x="1912853" y="57662"/>
                      <a:pt x="1827558" y="106982"/>
                    </a:cubicBezTo>
                    <a:lnTo>
                      <a:pt x="157051" y="1071339"/>
                    </a:lnTo>
                    <a:cubicBezTo>
                      <a:pt x="78139" y="1116984"/>
                      <a:pt x="32880" y="1176169"/>
                      <a:pt x="32880" y="1233612"/>
                    </a:cubicBezTo>
                    <a:cubicBezTo>
                      <a:pt x="32880" y="1280031"/>
                      <a:pt x="63246" y="1323163"/>
                      <a:pt x="118175" y="1354882"/>
                    </a:cubicBezTo>
                    <a:lnTo>
                      <a:pt x="1866434" y="2364111"/>
                    </a:lnTo>
                    <a:cubicBezTo>
                      <a:pt x="2000276" y="2441476"/>
                      <a:pt x="2235466" y="2431418"/>
                      <a:pt x="2390776" y="2341675"/>
                    </a:cubicBezTo>
                    <a:lnTo>
                      <a:pt x="4061283" y="1377125"/>
                    </a:lnTo>
                    <a:cubicBezTo>
                      <a:pt x="4140195" y="1331479"/>
                      <a:pt x="4185454" y="1272295"/>
                      <a:pt x="4185454" y="1214851"/>
                    </a:cubicBezTo>
                    <a:cubicBezTo>
                      <a:pt x="4185454" y="1168432"/>
                      <a:pt x="4155088" y="1125301"/>
                      <a:pt x="4100159" y="1093581"/>
                    </a:cubicBezTo>
                    <a:lnTo>
                      <a:pt x="2352094" y="84546"/>
                    </a:lnTo>
                    <a:cubicBezTo>
                      <a:pt x="2291556" y="49539"/>
                      <a:pt x="2210516" y="32518"/>
                      <a:pt x="2125414" y="32518"/>
                    </a:cubicBezTo>
                    <a:close/>
                  </a:path>
                </a:pathLst>
              </a:custGeom>
              <a:gradFill flip="none" rotWithShape="1">
                <a:gsLst>
                  <a:gs pos="0">
                    <a:schemeClr val="bg1">
                      <a:alpha val="26000"/>
                    </a:schemeClr>
                  </a:gs>
                  <a:gs pos="68000">
                    <a:schemeClr val="bg1">
                      <a:alpha val="0"/>
                    </a:schemeClr>
                  </a:gs>
                </a:gsLst>
                <a:lin ang="16200000" scaled="1"/>
                <a:tileRect/>
              </a:gradFill>
              <a:ln w="193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97" name="2-3-Freeform">
                <a:extLst>
                  <a:ext uri="{FF2B5EF4-FFF2-40B4-BE49-F238E27FC236}">
                    <a16:creationId xmlns:a16="http://schemas.microsoft.com/office/drawing/2014/main" id="{ED89F99B-B00C-447D-B29F-B5A42F914929}"/>
                  </a:ext>
                </a:extLst>
              </p:cNvPr>
              <p:cNvSpPr/>
              <p:nvPr/>
            </p:nvSpPr>
            <p:spPr>
              <a:xfrm>
                <a:off x="4345786" y="4285770"/>
                <a:ext cx="3500431" cy="2032069"/>
              </a:xfrm>
              <a:custGeom>
                <a:avLst/>
                <a:gdLst>
                  <a:gd name="connsiteX0" fmla="*/ 1030796 w 2077402"/>
                  <a:gd name="connsiteY0" fmla="*/ 1205973 h 1205972"/>
                  <a:gd name="connsiteX1" fmla="*/ 911066 w 2077402"/>
                  <a:gd name="connsiteY1" fmla="*/ 1178445 h 1205972"/>
                  <a:gd name="connsiteX2" fmla="*/ 50102 w 2077402"/>
                  <a:gd name="connsiteY2" fmla="*/ 681336 h 1205972"/>
                  <a:gd name="connsiteX3" fmla="*/ 0 w 2077402"/>
                  <a:gd name="connsiteY3" fmla="*/ 607517 h 1205972"/>
                  <a:gd name="connsiteX4" fmla="*/ 69247 w 2077402"/>
                  <a:gd name="connsiteY4" fmla="*/ 513505 h 1205972"/>
                  <a:gd name="connsiteX5" fmla="*/ 891921 w 2077402"/>
                  <a:gd name="connsiteY5" fmla="*/ 38588 h 1205972"/>
                  <a:gd name="connsiteX6" fmla="*/ 1166336 w 2077402"/>
                  <a:gd name="connsiteY6" fmla="*/ 27539 h 1205972"/>
                  <a:gd name="connsiteX7" fmla="*/ 2027301 w 2077402"/>
                  <a:gd name="connsiteY7" fmla="*/ 524554 h 1205972"/>
                  <a:gd name="connsiteX8" fmla="*/ 2077403 w 2077402"/>
                  <a:gd name="connsiteY8" fmla="*/ 598373 h 1205972"/>
                  <a:gd name="connsiteX9" fmla="*/ 2008156 w 2077402"/>
                  <a:gd name="connsiteY9" fmla="*/ 692385 h 1205972"/>
                  <a:gd name="connsiteX10" fmla="*/ 1185482 w 2077402"/>
                  <a:gd name="connsiteY10" fmla="*/ 1167396 h 1205972"/>
                  <a:gd name="connsiteX11" fmla="*/ 1030796 w 2077402"/>
                  <a:gd name="connsiteY11" fmla="*/ 1205973 h 1205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77402" h="1205972">
                    <a:moveTo>
                      <a:pt x="1030796" y="1205973"/>
                    </a:moveTo>
                    <a:cubicBezTo>
                      <a:pt x="985933" y="1205973"/>
                      <a:pt x="943070" y="1196924"/>
                      <a:pt x="911066" y="1178445"/>
                    </a:cubicBezTo>
                    <a:lnTo>
                      <a:pt x="50102" y="681336"/>
                    </a:lnTo>
                    <a:cubicBezTo>
                      <a:pt x="17812" y="662667"/>
                      <a:pt x="0" y="636473"/>
                      <a:pt x="0" y="607517"/>
                    </a:cubicBezTo>
                    <a:cubicBezTo>
                      <a:pt x="0" y="573227"/>
                      <a:pt x="25241" y="538937"/>
                      <a:pt x="69247" y="513505"/>
                    </a:cubicBezTo>
                    <a:lnTo>
                      <a:pt x="891921" y="38588"/>
                    </a:lnTo>
                    <a:cubicBezTo>
                      <a:pt x="972884" y="-8179"/>
                      <a:pt x="1095947" y="-13132"/>
                      <a:pt x="1166336" y="27539"/>
                    </a:cubicBezTo>
                    <a:lnTo>
                      <a:pt x="2027301" y="524554"/>
                    </a:lnTo>
                    <a:cubicBezTo>
                      <a:pt x="2059686" y="543223"/>
                      <a:pt x="2077403" y="569417"/>
                      <a:pt x="2077403" y="598373"/>
                    </a:cubicBezTo>
                    <a:cubicBezTo>
                      <a:pt x="2077403" y="632663"/>
                      <a:pt x="2052161" y="666953"/>
                      <a:pt x="2008156" y="692385"/>
                    </a:cubicBezTo>
                    <a:lnTo>
                      <a:pt x="1185482" y="1167396"/>
                    </a:lnTo>
                    <a:cubicBezTo>
                      <a:pt x="1141381" y="1192923"/>
                      <a:pt x="1084612" y="1205973"/>
                      <a:pt x="1030796" y="1205973"/>
                    </a:cubicBezTo>
                    <a:close/>
                  </a:path>
                </a:pathLst>
              </a:custGeom>
              <a:gradFill>
                <a:gsLst>
                  <a:gs pos="0">
                    <a:schemeClr val="accent1">
                      <a:alpha val="23000"/>
                    </a:schemeClr>
                  </a:gs>
                  <a:gs pos="68000">
                    <a:schemeClr val="accent1">
                      <a:alpha val="0"/>
                    </a:schemeClr>
                  </a:gs>
                </a:gsLst>
                <a:lin ang="1620000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sp>
        <p:nvSpPr>
          <p:cNvPr id="2" name="5-Placeholder"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2C8EA41-04FB-495A-B245-6AC8C6FE0778}"/>
              </a:ext>
            </a:extLst>
          </p:cNvPr>
          <p:cNvSpPr>
            <a:spLocks noGrp="1"/>
          </p:cNvSpPr>
          <p:nvPr>
            <p:ph type="body" sz="quarter" idx="10"/>
          </p:nvPr>
        </p:nvSpPr>
        <p:spPr/>
        <p:txBody>
          <a:bodyPr/>
          <a:lstStyle/>
          <a:p>
            <a:pPr lvl="0"/>
            <a:r>
              <a:rPr lang="en-US" altLang="zh-CN" dirty="0">
                <a:sym typeface="+mn-lt"/>
              </a:rPr>
              <a:t>Feasibility</a:t>
            </a:r>
          </a:p>
        </p:txBody>
      </p:sp>
      <p:pic>
        <p:nvPicPr>
          <p:cNvPr id="23" name="6-Pictur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30DE2F0-2F0A-427A-8EE9-555EA7F922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31316" y="2924405"/>
            <a:ext cx="3929206" cy="2478896"/>
          </a:xfrm>
          <a:prstGeom prst="rect">
            <a:avLst/>
          </a:prstGeom>
        </p:spPr>
      </p:pic>
      <p:pic>
        <p:nvPicPr>
          <p:cNvPr id="21" name="7-Pictur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2BA818A-99C9-4684-9317-BB95D4B039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466189" y="1905001"/>
            <a:ext cx="3929206" cy="2764329"/>
          </a:xfrm>
          <a:prstGeom prst="rect">
            <a:avLst/>
          </a:prstGeom>
        </p:spPr>
      </p:pic>
      <p:pic>
        <p:nvPicPr>
          <p:cNvPr id="36" name="8-Pictur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2616177F-8E86-46BA-B205-5DB4A60240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466189" y="3658378"/>
            <a:ext cx="3929206" cy="2478896"/>
          </a:xfrm>
          <a:prstGeom prst="rect">
            <a:avLst/>
          </a:prstGeom>
        </p:spPr>
      </p:pic>
      <p:sp>
        <p:nvSpPr>
          <p:cNvPr id="51" name="9-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0812B64-3A01-4C99-8161-0A6C184CA0DD}"/>
              </a:ext>
            </a:extLst>
          </p:cNvPr>
          <p:cNvSpPr/>
          <p:nvPr/>
        </p:nvSpPr>
        <p:spPr>
          <a:xfrm>
            <a:off x="8034828" y="2270403"/>
            <a:ext cx="1949682" cy="788871"/>
          </a:xfrm>
          <a:prstGeom prst="rect">
            <a:avLst/>
          </a:prstGeom>
        </p:spPr>
        <p:txBody>
          <a:bodyPr wrap="square" lIns="90000" tIns="46800" rIns="90000" bIns="46800">
            <a:spAutoFit/>
          </a:bodyPr>
          <a:lstStyle/>
          <a:p>
            <a:pPr marL="285750" indent="-285750">
              <a:lnSpc>
                <a:spcPct val="130000"/>
              </a:lnSpc>
              <a:buFont typeface="Arial" panose="020B0604020202020204" pitchFamily="34" charset="0"/>
              <a:buChar char="•"/>
              <a:defRPr/>
            </a:pPr>
            <a:r>
              <a:rPr lang="en-US" sz="1200" b="1" dirty="0">
                <a:solidFill>
                  <a:schemeClr val="bg1"/>
                </a:solidFill>
              </a:rPr>
              <a:t>Mature OpenCV + TensorFlow stack</a:t>
            </a:r>
            <a:endParaRPr lang="en-US" sz="1200" dirty="0">
              <a:solidFill>
                <a:schemeClr val="bg1"/>
              </a:solidFill>
            </a:endParaRPr>
          </a:p>
          <a:p>
            <a:pPr marL="285750" lvl="0" indent="-285750">
              <a:lnSpc>
                <a:spcPct val="130000"/>
              </a:lnSpc>
              <a:buFont typeface="Arial" panose="020B0604020202020204" pitchFamily="34" charset="0"/>
              <a:buChar char="•"/>
              <a:defRPr/>
            </a:pPr>
            <a:endParaRPr kumimoji="0" lang="en-US" altLang="zh-CN" sz="1200" i="0" u="none" strike="noStrike" kern="1200" cap="none" spc="0" normalizeH="0" baseline="0" noProof="0" dirty="0">
              <a:ln>
                <a:noFill/>
              </a:ln>
              <a:solidFill>
                <a:schemeClr val="bg1"/>
              </a:solidFill>
              <a:effectLst/>
              <a:uLnTx/>
              <a:uFillTx/>
              <a:latin typeface="+mj-lt"/>
              <a:ea typeface="+mj-ea"/>
              <a:cs typeface="+mn-ea"/>
              <a:sym typeface="+mn-lt"/>
            </a:endParaRPr>
          </a:p>
        </p:txBody>
      </p:sp>
      <p:grpSp>
        <p:nvGrpSpPr>
          <p:cNvPr id="53" name="11-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86A469D7-3EEC-42BD-BFD6-CB532AC39B0B}"/>
              </a:ext>
            </a:extLst>
          </p:cNvPr>
          <p:cNvGrpSpPr/>
          <p:nvPr/>
        </p:nvGrpSpPr>
        <p:grpSpPr>
          <a:xfrm>
            <a:off x="7059767" y="2292386"/>
            <a:ext cx="438416" cy="438416"/>
            <a:chOff x="4612048" y="2976292"/>
            <a:chExt cx="544536" cy="544536"/>
          </a:xfrm>
        </p:grpSpPr>
        <p:sp>
          <p:nvSpPr>
            <p:cNvPr id="54" name="11-1-Oval">
              <a:extLst>
                <a:ext uri="{FF2B5EF4-FFF2-40B4-BE49-F238E27FC236}">
                  <a16:creationId xmlns:a16="http://schemas.microsoft.com/office/drawing/2014/main" id="{246156E3-201C-4442-A155-817567DB6D4B}"/>
                </a:ext>
              </a:extLst>
            </p:cNvPr>
            <p:cNvSpPr/>
            <p:nvPr/>
          </p:nvSpPr>
          <p:spPr>
            <a:xfrm>
              <a:off x="4612048" y="2976292"/>
              <a:ext cx="544536" cy="544536"/>
            </a:xfrm>
            <a:prstGeom prst="ellipse">
              <a:avLst/>
            </a:prstGeom>
            <a:noFill/>
            <a:ln w="19050">
              <a:solidFill>
                <a:schemeClr val="bg1">
                  <a:alpha val="2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5" name="11-2-Oval">
              <a:extLst>
                <a:ext uri="{FF2B5EF4-FFF2-40B4-BE49-F238E27FC236}">
                  <a16:creationId xmlns:a16="http://schemas.microsoft.com/office/drawing/2014/main" id="{2B899F43-3708-4780-BFF2-A8FBF67551AE}"/>
                </a:ext>
              </a:extLst>
            </p:cNvPr>
            <p:cNvSpPr/>
            <p:nvPr/>
          </p:nvSpPr>
          <p:spPr>
            <a:xfrm>
              <a:off x="4728547" y="3090410"/>
              <a:ext cx="316300" cy="316300"/>
            </a:xfrm>
            <a:prstGeom prst="ellipse">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6" name="11-3-Oval">
              <a:extLst>
                <a:ext uri="{FF2B5EF4-FFF2-40B4-BE49-F238E27FC236}">
                  <a16:creationId xmlns:a16="http://schemas.microsoft.com/office/drawing/2014/main" id="{7DE75CFC-00A2-4B3D-92F9-9D3EFF8F7688}"/>
                </a:ext>
              </a:extLst>
            </p:cNvPr>
            <p:cNvSpPr/>
            <p:nvPr/>
          </p:nvSpPr>
          <p:spPr>
            <a:xfrm>
              <a:off x="4820394" y="3182257"/>
              <a:ext cx="132606" cy="132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58" name="12-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3DB2F6AF-19A5-4BF8-A8DA-96F5BE268B13}"/>
              </a:ext>
            </a:extLst>
          </p:cNvPr>
          <p:cNvGrpSpPr/>
          <p:nvPr/>
        </p:nvGrpSpPr>
        <p:grpSpPr>
          <a:xfrm>
            <a:off x="6621351" y="4688478"/>
            <a:ext cx="438416" cy="438416"/>
            <a:chOff x="4612048" y="2976292"/>
            <a:chExt cx="544536" cy="544536"/>
          </a:xfrm>
        </p:grpSpPr>
        <p:sp>
          <p:nvSpPr>
            <p:cNvPr id="59" name="12-1-Oval">
              <a:extLst>
                <a:ext uri="{FF2B5EF4-FFF2-40B4-BE49-F238E27FC236}">
                  <a16:creationId xmlns:a16="http://schemas.microsoft.com/office/drawing/2014/main" id="{88ACBB83-5270-4B67-819E-2247B886D16D}"/>
                </a:ext>
              </a:extLst>
            </p:cNvPr>
            <p:cNvSpPr/>
            <p:nvPr/>
          </p:nvSpPr>
          <p:spPr>
            <a:xfrm>
              <a:off x="4612048" y="2976292"/>
              <a:ext cx="544536" cy="544536"/>
            </a:xfrm>
            <a:prstGeom prst="ellipse">
              <a:avLst/>
            </a:prstGeom>
            <a:noFill/>
            <a:ln w="19050">
              <a:solidFill>
                <a:schemeClr val="bg1">
                  <a:alpha val="2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0" name="12-2-Oval">
              <a:extLst>
                <a:ext uri="{FF2B5EF4-FFF2-40B4-BE49-F238E27FC236}">
                  <a16:creationId xmlns:a16="http://schemas.microsoft.com/office/drawing/2014/main" id="{D5C9F885-0A0E-4D06-8C74-9C063E998087}"/>
                </a:ext>
              </a:extLst>
            </p:cNvPr>
            <p:cNvSpPr/>
            <p:nvPr/>
          </p:nvSpPr>
          <p:spPr>
            <a:xfrm>
              <a:off x="4728547" y="3090410"/>
              <a:ext cx="316300" cy="316300"/>
            </a:xfrm>
            <a:prstGeom prst="ellipse">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1" name="12-3-Oval">
              <a:extLst>
                <a:ext uri="{FF2B5EF4-FFF2-40B4-BE49-F238E27FC236}">
                  <a16:creationId xmlns:a16="http://schemas.microsoft.com/office/drawing/2014/main" id="{B6E28F27-30D6-4A45-AE6B-D77956564749}"/>
                </a:ext>
              </a:extLst>
            </p:cNvPr>
            <p:cNvSpPr/>
            <p:nvPr/>
          </p:nvSpPr>
          <p:spPr>
            <a:xfrm>
              <a:off x="4820394" y="3182257"/>
              <a:ext cx="132606" cy="132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64" name="13-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8A91C92C-E5C6-4519-831F-14B7A9464AE6}"/>
              </a:ext>
            </a:extLst>
          </p:cNvPr>
          <p:cNvSpPr/>
          <p:nvPr/>
        </p:nvSpPr>
        <p:spPr>
          <a:xfrm>
            <a:off x="8034827" y="5284005"/>
            <a:ext cx="1808138" cy="1269003"/>
          </a:xfrm>
          <a:prstGeom prst="rect">
            <a:avLst/>
          </a:prstGeom>
        </p:spPr>
        <p:txBody>
          <a:bodyPr wrap="square" lIns="90000" tIns="46800" rIns="90000" bIns="46800">
            <a:spAutoFit/>
          </a:bodyPr>
          <a:lstStyle/>
          <a:p>
            <a:pPr marL="285750" indent="-285750">
              <a:lnSpc>
                <a:spcPct val="130000"/>
              </a:lnSpc>
              <a:buFont typeface="Arial" panose="020B0604020202020204" pitchFamily="34" charset="0"/>
              <a:buChar char="•"/>
              <a:defRPr/>
            </a:pPr>
            <a:r>
              <a:rPr lang="en-US" sz="1200" b="1" dirty="0">
                <a:solidFill>
                  <a:schemeClr val="bg1"/>
                </a:solidFill>
              </a:rPr>
              <a:t>Depends on scan quality and template alignment</a:t>
            </a:r>
            <a:endParaRPr lang="en-US" sz="1200" dirty="0">
              <a:solidFill>
                <a:schemeClr val="bg1"/>
              </a:solidFill>
            </a:endParaRPr>
          </a:p>
          <a:p>
            <a:pPr marL="285750" lvl="0" indent="-285750">
              <a:lnSpc>
                <a:spcPct val="130000"/>
              </a:lnSpc>
              <a:buFont typeface="Arial" panose="020B0604020202020204" pitchFamily="34" charset="0"/>
              <a:buChar char="•"/>
              <a:defRPr/>
            </a:pPr>
            <a:endParaRPr lang="en-US" altLang="zh-CN" sz="1200" dirty="0">
              <a:solidFill>
                <a:schemeClr val="bg1"/>
              </a:solidFill>
              <a:latin typeface="+mj-lt"/>
              <a:ea typeface="+mj-ea"/>
              <a:cs typeface="+mn-ea"/>
              <a:sym typeface="+mn-lt"/>
            </a:endParaRPr>
          </a:p>
        </p:txBody>
      </p:sp>
      <p:grpSp>
        <p:nvGrpSpPr>
          <p:cNvPr id="66" name="15-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37BBD45-0629-4B39-A5E3-4373E2399BEF}"/>
              </a:ext>
            </a:extLst>
          </p:cNvPr>
          <p:cNvGrpSpPr/>
          <p:nvPr/>
        </p:nvGrpSpPr>
        <p:grpSpPr>
          <a:xfrm>
            <a:off x="4732264" y="3685592"/>
            <a:ext cx="438416" cy="438416"/>
            <a:chOff x="4612048" y="2976292"/>
            <a:chExt cx="544536" cy="544536"/>
          </a:xfrm>
        </p:grpSpPr>
        <p:sp>
          <p:nvSpPr>
            <p:cNvPr id="67" name="15-1-Oval">
              <a:extLst>
                <a:ext uri="{FF2B5EF4-FFF2-40B4-BE49-F238E27FC236}">
                  <a16:creationId xmlns:a16="http://schemas.microsoft.com/office/drawing/2014/main" id="{8A3C05DC-A8B2-453C-A282-BCDA5D9DE9F9}"/>
                </a:ext>
              </a:extLst>
            </p:cNvPr>
            <p:cNvSpPr/>
            <p:nvPr/>
          </p:nvSpPr>
          <p:spPr>
            <a:xfrm>
              <a:off x="4612048" y="2976292"/>
              <a:ext cx="544536" cy="544536"/>
            </a:xfrm>
            <a:prstGeom prst="ellipse">
              <a:avLst/>
            </a:prstGeom>
            <a:noFill/>
            <a:ln w="19050">
              <a:solidFill>
                <a:schemeClr val="bg1">
                  <a:alpha val="2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8" name="15-2-Oval">
              <a:extLst>
                <a:ext uri="{FF2B5EF4-FFF2-40B4-BE49-F238E27FC236}">
                  <a16:creationId xmlns:a16="http://schemas.microsoft.com/office/drawing/2014/main" id="{8962C753-E8A3-4A05-9BC1-DAC4D95C9FCD}"/>
                </a:ext>
              </a:extLst>
            </p:cNvPr>
            <p:cNvSpPr/>
            <p:nvPr/>
          </p:nvSpPr>
          <p:spPr>
            <a:xfrm>
              <a:off x="4728547" y="3090410"/>
              <a:ext cx="316300" cy="316300"/>
            </a:xfrm>
            <a:prstGeom prst="ellipse">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9" name="15-3-Oval">
              <a:extLst>
                <a:ext uri="{FF2B5EF4-FFF2-40B4-BE49-F238E27FC236}">
                  <a16:creationId xmlns:a16="http://schemas.microsoft.com/office/drawing/2014/main" id="{E6E150F1-EA69-4E31-BE6C-958A86032495}"/>
                </a:ext>
              </a:extLst>
            </p:cNvPr>
            <p:cNvSpPr/>
            <p:nvPr/>
          </p:nvSpPr>
          <p:spPr>
            <a:xfrm>
              <a:off x="4820394" y="3182257"/>
              <a:ext cx="132606" cy="132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73" name="16-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05A71DB9-8483-44DC-9994-C547A1FF5362}"/>
              </a:ext>
            </a:extLst>
          </p:cNvPr>
          <p:cNvSpPr/>
          <p:nvPr/>
        </p:nvSpPr>
        <p:spPr>
          <a:xfrm>
            <a:off x="2258692" y="4251885"/>
            <a:ext cx="2048417" cy="654989"/>
          </a:xfrm>
          <a:prstGeom prst="rect">
            <a:avLst/>
          </a:prstGeom>
        </p:spPr>
        <p:txBody>
          <a:bodyPr wrap="square" lIns="90000" tIns="46800" rIns="90000" bIns="46800">
            <a:spAutoFit/>
          </a:bodyPr>
          <a:lstStyle/>
          <a:p>
            <a:pPr marL="285750" indent="-285750">
              <a:lnSpc>
                <a:spcPct val="130000"/>
              </a:lnSpc>
              <a:buFont typeface="Arial" panose="020B0604020202020204" pitchFamily="34" charset="0"/>
              <a:buChar char="•"/>
              <a:defRPr/>
            </a:pPr>
            <a:r>
              <a:rPr lang="en-US" sz="1200" b="1" dirty="0">
                <a:solidFill>
                  <a:schemeClr val="bg1"/>
                </a:solidFill>
              </a:rPr>
              <a:t>CPU-friendly design</a:t>
            </a:r>
            <a:endParaRPr lang="en-US" sz="1200" dirty="0">
              <a:solidFill>
                <a:schemeClr val="bg1"/>
              </a:solidFill>
            </a:endParaRPr>
          </a:p>
          <a:p>
            <a:pPr marL="285750" lvl="0" indent="-285750">
              <a:lnSpc>
                <a:spcPct val="130000"/>
              </a:lnSpc>
              <a:buFont typeface="Arial" panose="020B0604020202020204" pitchFamily="34" charset="0"/>
              <a:buChar char="•"/>
              <a:defRPr/>
            </a:pPr>
            <a:endParaRPr kumimoji="0" lang="en-US" altLang="zh-CN" sz="1800" b="1" i="0" u="none" strike="noStrike" kern="1200" cap="none" spc="0" normalizeH="0" baseline="0" noProof="0" dirty="0">
              <a:ln>
                <a:noFill/>
              </a:ln>
              <a:solidFill>
                <a:prstClr val="white">
                  <a:alpha val="78000"/>
                </a:prstClr>
              </a:solidFill>
              <a:effectLst/>
              <a:uLnTx/>
              <a:uFillTx/>
              <a:latin typeface="+mj-lt"/>
              <a:ea typeface="+mj-ea"/>
              <a:cs typeface="+mn-ea"/>
              <a:sym typeface="+mn-lt"/>
            </a:endParaRPr>
          </a:p>
        </p:txBody>
      </p:sp>
      <p:sp>
        <p:nvSpPr>
          <p:cNvPr id="43" name="18-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6B0397E5-5D0D-4015-A428-443AB2E3CFB3}"/>
              </a:ext>
            </a:extLst>
          </p:cNvPr>
          <p:cNvSpPr/>
          <p:nvPr/>
        </p:nvSpPr>
        <p:spPr>
          <a:xfrm>
            <a:off x="7529211" y="2115601"/>
            <a:ext cx="1313180" cy="114300"/>
          </a:xfrm>
          <a:custGeom>
            <a:avLst/>
            <a:gdLst>
              <a:gd name="connsiteX0" fmla="*/ 0 w 2087880"/>
              <a:gd name="connsiteY0" fmla="*/ 114300 h 114300"/>
              <a:gd name="connsiteX1" fmla="*/ 167640 w 2087880"/>
              <a:gd name="connsiteY1" fmla="*/ 0 h 114300"/>
              <a:gd name="connsiteX2" fmla="*/ 2087880 w 2087880"/>
              <a:gd name="connsiteY2" fmla="*/ 0 h 114300"/>
              <a:gd name="connsiteX0" fmla="*/ 0 w 1313180"/>
              <a:gd name="connsiteY0" fmla="*/ 114300 h 114300"/>
              <a:gd name="connsiteX1" fmla="*/ 167640 w 1313180"/>
              <a:gd name="connsiteY1" fmla="*/ 0 h 114300"/>
              <a:gd name="connsiteX2" fmla="*/ 1313180 w 1313180"/>
              <a:gd name="connsiteY2" fmla="*/ 0 h 114300"/>
            </a:gdLst>
            <a:ahLst/>
            <a:cxnLst>
              <a:cxn ang="0">
                <a:pos x="connsiteX0" y="connsiteY0"/>
              </a:cxn>
              <a:cxn ang="0">
                <a:pos x="connsiteX1" y="connsiteY1"/>
              </a:cxn>
              <a:cxn ang="0">
                <a:pos x="connsiteX2" y="connsiteY2"/>
              </a:cxn>
            </a:cxnLst>
            <a:rect l="l" t="t" r="r" b="b"/>
            <a:pathLst>
              <a:path w="1313180" h="114300">
                <a:moveTo>
                  <a:pt x="0" y="114300"/>
                </a:moveTo>
                <a:lnTo>
                  <a:pt x="167640" y="0"/>
                </a:lnTo>
                <a:lnTo>
                  <a:pt x="1313180" y="0"/>
                </a:lnTo>
              </a:path>
            </a:pathLst>
          </a:custGeom>
          <a:ln w="19050">
            <a:gradFill flip="none" rotWithShape="1">
              <a:gsLst>
                <a:gs pos="0">
                  <a:schemeClr val="bg1">
                    <a:alpha val="5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81" name="19-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39AC810E-2DC5-44D0-9DA1-55BC66389B67}"/>
              </a:ext>
            </a:extLst>
          </p:cNvPr>
          <p:cNvSpPr/>
          <p:nvPr/>
        </p:nvSpPr>
        <p:spPr>
          <a:xfrm flipV="1">
            <a:off x="7098444" y="5098375"/>
            <a:ext cx="1706880" cy="114300"/>
          </a:xfrm>
          <a:custGeom>
            <a:avLst/>
            <a:gdLst>
              <a:gd name="connsiteX0" fmla="*/ 0 w 2087880"/>
              <a:gd name="connsiteY0" fmla="*/ 114300 h 114300"/>
              <a:gd name="connsiteX1" fmla="*/ 167640 w 2087880"/>
              <a:gd name="connsiteY1" fmla="*/ 0 h 114300"/>
              <a:gd name="connsiteX2" fmla="*/ 2087880 w 2087880"/>
              <a:gd name="connsiteY2" fmla="*/ 0 h 114300"/>
              <a:gd name="connsiteX0" fmla="*/ 0 w 1313180"/>
              <a:gd name="connsiteY0" fmla="*/ 114300 h 114300"/>
              <a:gd name="connsiteX1" fmla="*/ 167640 w 1313180"/>
              <a:gd name="connsiteY1" fmla="*/ 0 h 114300"/>
              <a:gd name="connsiteX2" fmla="*/ 1313180 w 1313180"/>
              <a:gd name="connsiteY2" fmla="*/ 0 h 114300"/>
              <a:gd name="connsiteX0" fmla="*/ 0 w 1706880"/>
              <a:gd name="connsiteY0" fmla="*/ 114300 h 114300"/>
              <a:gd name="connsiteX1" fmla="*/ 167640 w 1706880"/>
              <a:gd name="connsiteY1" fmla="*/ 0 h 114300"/>
              <a:gd name="connsiteX2" fmla="*/ 1706880 w 1706880"/>
              <a:gd name="connsiteY2" fmla="*/ 0 h 114300"/>
            </a:gdLst>
            <a:ahLst/>
            <a:cxnLst>
              <a:cxn ang="0">
                <a:pos x="connsiteX0" y="connsiteY0"/>
              </a:cxn>
              <a:cxn ang="0">
                <a:pos x="connsiteX1" y="connsiteY1"/>
              </a:cxn>
              <a:cxn ang="0">
                <a:pos x="connsiteX2" y="connsiteY2"/>
              </a:cxn>
            </a:cxnLst>
            <a:rect l="l" t="t" r="r" b="b"/>
            <a:pathLst>
              <a:path w="1706880" h="114300">
                <a:moveTo>
                  <a:pt x="0" y="114300"/>
                </a:moveTo>
                <a:lnTo>
                  <a:pt x="167640" y="0"/>
                </a:lnTo>
                <a:lnTo>
                  <a:pt x="1706880" y="0"/>
                </a:lnTo>
              </a:path>
            </a:pathLst>
          </a:custGeom>
          <a:ln w="19050">
            <a:gradFill flip="none" rotWithShape="1">
              <a:gsLst>
                <a:gs pos="0">
                  <a:schemeClr val="bg1">
                    <a:alpha val="5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82" name="20-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CE53E96D-BB2D-4307-835D-191F3286300F}"/>
              </a:ext>
            </a:extLst>
          </p:cNvPr>
          <p:cNvSpPr/>
          <p:nvPr/>
        </p:nvSpPr>
        <p:spPr>
          <a:xfrm flipH="1" flipV="1">
            <a:off x="3007484" y="4069570"/>
            <a:ext cx="1719580" cy="114300"/>
          </a:xfrm>
          <a:custGeom>
            <a:avLst/>
            <a:gdLst>
              <a:gd name="connsiteX0" fmla="*/ 0 w 2087880"/>
              <a:gd name="connsiteY0" fmla="*/ 114300 h 114300"/>
              <a:gd name="connsiteX1" fmla="*/ 167640 w 2087880"/>
              <a:gd name="connsiteY1" fmla="*/ 0 h 114300"/>
              <a:gd name="connsiteX2" fmla="*/ 2087880 w 2087880"/>
              <a:gd name="connsiteY2" fmla="*/ 0 h 114300"/>
              <a:gd name="connsiteX0" fmla="*/ 0 w 1313180"/>
              <a:gd name="connsiteY0" fmla="*/ 114300 h 114300"/>
              <a:gd name="connsiteX1" fmla="*/ 167640 w 1313180"/>
              <a:gd name="connsiteY1" fmla="*/ 0 h 114300"/>
              <a:gd name="connsiteX2" fmla="*/ 1313180 w 1313180"/>
              <a:gd name="connsiteY2" fmla="*/ 0 h 114300"/>
              <a:gd name="connsiteX0" fmla="*/ 0 w 1719580"/>
              <a:gd name="connsiteY0" fmla="*/ 114300 h 114300"/>
              <a:gd name="connsiteX1" fmla="*/ 167640 w 1719580"/>
              <a:gd name="connsiteY1" fmla="*/ 0 h 114300"/>
              <a:gd name="connsiteX2" fmla="*/ 1719580 w 1719580"/>
              <a:gd name="connsiteY2" fmla="*/ 0 h 114300"/>
            </a:gdLst>
            <a:ahLst/>
            <a:cxnLst>
              <a:cxn ang="0">
                <a:pos x="connsiteX0" y="connsiteY0"/>
              </a:cxn>
              <a:cxn ang="0">
                <a:pos x="connsiteX1" y="connsiteY1"/>
              </a:cxn>
              <a:cxn ang="0">
                <a:pos x="connsiteX2" y="connsiteY2"/>
              </a:cxn>
            </a:cxnLst>
            <a:rect l="l" t="t" r="r" b="b"/>
            <a:pathLst>
              <a:path w="1719580" h="114300">
                <a:moveTo>
                  <a:pt x="0" y="114300"/>
                </a:moveTo>
                <a:lnTo>
                  <a:pt x="167640" y="0"/>
                </a:lnTo>
                <a:lnTo>
                  <a:pt x="1719580" y="0"/>
                </a:lnTo>
              </a:path>
            </a:pathLst>
          </a:custGeom>
          <a:ln w="19050">
            <a:gradFill flip="none" rotWithShape="1">
              <a:gsLst>
                <a:gs pos="0">
                  <a:schemeClr val="bg1">
                    <a:alpha val="5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83" name="21-Rectangl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8BB03000-75C4-476B-B081-F41A64B7B757}"/>
              </a:ext>
            </a:extLst>
          </p:cNvPr>
          <p:cNvSpPr/>
          <p:nvPr/>
        </p:nvSpPr>
        <p:spPr>
          <a:xfrm>
            <a:off x="887976" y="1788498"/>
            <a:ext cx="268320" cy="521682"/>
          </a:xfrm>
          <a:prstGeom prst="rect">
            <a:avLst/>
          </a:prstGeom>
        </p:spPr>
        <p:txBody>
          <a:bodyPr wrap="none" lIns="90000" tIns="46800" rIns="90000" bIns="4680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white">
                    <a:alpha val="78000"/>
                  </a:prstClr>
                </a:solidFill>
                <a:effectLst/>
                <a:uLnTx/>
                <a:uFillTx/>
                <a:latin typeface="+mj-lt"/>
                <a:ea typeface="+mj-ea"/>
                <a:cs typeface="+mn-ea"/>
                <a:sym typeface="+mn-lt"/>
              </a:rPr>
              <a:t> </a:t>
            </a:r>
            <a:endParaRPr kumimoji="0" lang="zh-CN" altLang="en-US" sz="2400" b="1" i="0" u="none" strike="noStrike" kern="1200" cap="none" spc="0" normalizeH="0" baseline="0" noProof="0" dirty="0">
              <a:ln>
                <a:noFill/>
              </a:ln>
              <a:solidFill>
                <a:prstClr val="white">
                  <a:alpha val="78000"/>
                </a:prstClr>
              </a:solidFill>
              <a:effectLst/>
              <a:uLnTx/>
              <a:uFillTx/>
              <a:latin typeface="+mj-lt"/>
              <a:ea typeface="+mj-ea"/>
              <a:cs typeface="+mn-ea"/>
              <a:sym typeface="+mn-lt"/>
            </a:endParaRPr>
          </a:p>
        </p:txBody>
      </p:sp>
      <p:cxnSp>
        <p:nvCxnSpPr>
          <p:cNvPr id="9" name="22-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A9D353F-BE12-4E24-A7F3-E8577D0C2FB1}"/>
              </a:ext>
            </a:extLst>
          </p:cNvPr>
          <p:cNvCxnSpPr>
            <a:cxnSpLocks/>
          </p:cNvCxnSpPr>
          <p:nvPr/>
        </p:nvCxnSpPr>
        <p:spPr>
          <a:xfrm>
            <a:off x="767572" y="1840422"/>
            <a:ext cx="0" cy="827728"/>
          </a:xfrm>
          <a:prstGeom prst="line">
            <a:avLst/>
          </a:prstGeom>
        </p:spPr>
        <p:style>
          <a:lnRef idx="1">
            <a:schemeClr val="accent1"/>
          </a:lnRef>
          <a:fillRef idx="0">
            <a:schemeClr val="accent1"/>
          </a:fillRef>
          <a:effectRef idx="0">
            <a:schemeClr val="accent1"/>
          </a:effectRef>
          <a:fontRef idx="minor">
            <a:schemeClr val="tx1"/>
          </a:fontRef>
        </p:style>
      </p:cxnSp>
      <p:sp>
        <p:nvSpPr>
          <p:cNvPr id="14" name="23-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D00F7EB5-8AF9-43C3-A777-58E06950A3C8}"/>
              </a:ext>
            </a:extLst>
          </p:cNvPr>
          <p:cNvSpPr>
            <a:spLocks noEditPoints="1"/>
          </p:cNvSpPr>
          <p:nvPr/>
        </p:nvSpPr>
        <p:spPr bwMode="auto">
          <a:xfrm>
            <a:off x="8108431" y="4669330"/>
            <a:ext cx="389850" cy="388542"/>
          </a:xfrm>
          <a:custGeom>
            <a:avLst/>
            <a:gdLst>
              <a:gd name="T0" fmla="*/ 208 w 298"/>
              <a:gd name="T1" fmla="*/ 37 h 297"/>
              <a:gd name="T2" fmla="*/ 208 w 298"/>
              <a:gd name="T3" fmla="*/ 0 h 297"/>
              <a:gd name="T4" fmla="*/ 238 w 298"/>
              <a:gd name="T5" fmla="*/ 0 h 297"/>
              <a:gd name="T6" fmla="*/ 238 w 298"/>
              <a:gd name="T7" fmla="*/ 37 h 297"/>
              <a:gd name="T8" fmla="*/ 298 w 298"/>
              <a:gd name="T9" fmla="*/ 37 h 297"/>
              <a:gd name="T10" fmla="*/ 298 w 298"/>
              <a:gd name="T11" fmla="*/ 140 h 297"/>
              <a:gd name="T12" fmla="*/ 29 w 298"/>
              <a:gd name="T13" fmla="*/ 140 h 297"/>
              <a:gd name="T14" fmla="*/ 29 w 298"/>
              <a:gd name="T15" fmla="*/ 267 h 297"/>
              <a:gd name="T16" fmla="*/ 268 w 298"/>
              <a:gd name="T17" fmla="*/ 267 h 297"/>
              <a:gd name="T18" fmla="*/ 268 w 298"/>
              <a:gd name="T19" fmla="*/ 171 h 297"/>
              <a:gd name="T20" fmla="*/ 298 w 298"/>
              <a:gd name="T21" fmla="*/ 171 h 297"/>
              <a:gd name="T22" fmla="*/ 298 w 298"/>
              <a:gd name="T23" fmla="*/ 297 h 297"/>
              <a:gd name="T24" fmla="*/ 0 w 298"/>
              <a:gd name="T25" fmla="*/ 297 h 297"/>
              <a:gd name="T26" fmla="*/ 0 w 298"/>
              <a:gd name="T27" fmla="*/ 37 h 297"/>
              <a:gd name="T28" fmla="*/ 59 w 298"/>
              <a:gd name="T29" fmla="*/ 37 h 297"/>
              <a:gd name="T30" fmla="*/ 59 w 298"/>
              <a:gd name="T31" fmla="*/ 0 h 297"/>
              <a:gd name="T32" fmla="*/ 89 w 298"/>
              <a:gd name="T33" fmla="*/ 0 h 297"/>
              <a:gd name="T34" fmla="*/ 89 w 298"/>
              <a:gd name="T35" fmla="*/ 37 h 297"/>
              <a:gd name="T36" fmla="*/ 208 w 298"/>
              <a:gd name="T37" fmla="*/ 37 h 297"/>
              <a:gd name="T38" fmla="*/ 29 w 298"/>
              <a:gd name="T39" fmla="*/ 111 h 297"/>
              <a:gd name="T40" fmla="*/ 268 w 298"/>
              <a:gd name="T41" fmla="*/ 111 h 297"/>
              <a:gd name="T42" fmla="*/ 268 w 298"/>
              <a:gd name="T43" fmla="*/ 66 h 297"/>
              <a:gd name="T44" fmla="*/ 29 w 298"/>
              <a:gd name="T45" fmla="*/ 66 h 297"/>
              <a:gd name="T46" fmla="*/ 29 w 298"/>
              <a:gd name="T47" fmla="*/ 11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8" h="297">
                <a:moveTo>
                  <a:pt x="208" y="37"/>
                </a:moveTo>
                <a:lnTo>
                  <a:pt x="208" y="0"/>
                </a:lnTo>
                <a:lnTo>
                  <a:pt x="238" y="0"/>
                </a:lnTo>
                <a:lnTo>
                  <a:pt x="238" y="37"/>
                </a:lnTo>
                <a:lnTo>
                  <a:pt x="298" y="37"/>
                </a:lnTo>
                <a:lnTo>
                  <a:pt x="298" y="140"/>
                </a:lnTo>
                <a:lnTo>
                  <a:pt x="29" y="140"/>
                </a:lnTo>
                <a:lnTo>
                  <a:pt x="29" y="267"/>
                </a:lnTo>
                <a:lnTo>
                  <a:pt x="268" y="267"/>
                </a:lnTo>
                <a:lnTo>
                  <a:pt x="268" y="171"/>
                </a:lnTo>
                <a:lnTo>
                  <a:pt x="298" y="171"/>
                </a:lnTo>
                <a:lnTo>
                  <a:pt x="298" y="297"/>
                </a:lnTo>
                <a:lnTo>
                  <a:pt x="0" y="297"/>
                </a:lnTo>
                <a:lnTo>
                  <a:pt x="0" y="37"/>
                </a:lnTo>
                <a:lnTo>
                  <a:pt x="59" y="37"/>
                </a:lnTo>
                <a:lnTo>
                  <a:pt x="59" y="0"/>
                </a:lnTo>
                <a:lnTo>
                  <a:pt x="89" y="0"/>
                </a:lnTo>
                <a:lnTo>
                  <a:pt x="89" y="37"/>
                </a:lnTo>
                <a:lnTo>
                  <a:pt x="208" y="37"/>
                </a:lnTo>
                <a:close/>
                <a:moveTo>
                  <a:pt x="29" y="111"/>
                </a:moveTo>
                <a:lnTo>
                  <a:pt x="268" y="111"/>
                </a:lnTo>
                <a:lnTo>
                  <a:pt x="268" y="66"/>
                </a:lnTo>
                <a:lnTo>
                  <a:pt x="29" y="66"/>
                </a:lnTo>
                <a:lnTo>
                  <a:pt x="29" y="111"/>
                </a:lnTo>
                <a:close/>
              </a:path>
            </a:pathLst>
          </a:custGeom>
          <a:gradFill>
            <a:gsLst>
              <a:gs pos="15000">
                <a:schemeClr val="accent1"/>
              </a:gs>
              <a:gs pos="100000">
                <a:schemeClr val="accent1">
                  <a:alpha val="30000"/>
                </a:schemeClr>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24-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B1AC68B4-2E70-4BF5-BDA7-A487408F4184}"/>
              </a:ext>
            </a:extLst>
          </p:cNvPr>
          <p:cNvSpPr>
            <a:spLocks noEditPoints="1"/>
          </p:cNvSpPr>
          <p:nvPr/>
        </p:nvSpPr>
        <p:spPr bwMode="auto">
          <a:xfrm>
            <a:off x="3492965" y="3603859"/>
            <a:ext cx="388541" cy="350603"/>
          </a:xfrm>
          <a:custGeom>
            <a:avLst/>
            <a:gdLst>
              <a:gd name="T0" fmla="*/ 29 w 297"/>
              <a:gd name="T1" fmla="*/ 29 h 268"/>
              <a:gd name="T2" fmla="*/ 29 w 297"/>
              <a:gd name="T3" fmla="*/ 238 h 268"/>
              <a:gd name="T4" fmla="*/ 267 w 297"/>
              <a:gd name="T5" fmla="*/ 238 h 268"/>
              <a:gd name="T6" fmla="*/ 267 w 297"/>
              <a:gd name="T7" fmla="*/ 29 h 268"/>
              <a:gd name="T8" fmla="*/ 29 w 297"/>
              <a:gd name="T9" fmla="*/ 29 h 268"/>
              <a:gd name="T10" fmla="*/ 0 w 297"/>
              <a:gd name="T11" fmla="*/ 0 h 268"/>
              <a:gd name="T12" fmla="*/ 297 w 297"/>
              <a:gd name="T13" fmla="*/ 0 h 268"/>
              <a:gd name="T14" fmla="*/ 297 w 297"/>
              <a:gd name="T15" fmla="*/ 268 h 268"/>
              <a:gd name="T16" fmla="*/ 0 w 297"/>
              <a:gd name="T17" fmla="*/ 268 h 268"/>
              <a:gd name="T18" fmla="*/ 0 w 297"/>
              <a:gd name="T19" fmla="*/ 0 h 268"/>
              <a:gd name="T20" fmla="*/ 215 w 297"/>
              <a:gd name="T21" fmla="*/ 178 h 268"/>
              <a:gd name="T22" fmla="*/ 245 w 297"/>
              <a:gd name="T23" fmla="*/ 178 h 268"/>
              <a:gd name="T24" fmla="*/ 245 w 297"/>
              <a:gd name="T25" fmla="*/ 208 h 268"/>
              <a:gd name="T26" fmla="*/ 215 w 297"/>
              <a:gd name="T27" fmla="*/ 208 h 268"/>
              <a:gd name="T28" fmla="*/ 215 w 297"/>
              <a:gd name="T29" fmla="*/ 178 h 268"/>
              <a:gd name="T30" fmla="*/ 170 w 297"/>
              <a:gd name="T31" fmla="*/ 178 h 268"/>
              <a:gd name="T32" fmla="*/ 200 w 297"/>
              <a:gd name="T33" fmla="*/ 178 h 268"/>
              <a:gd name="T34" fmla="*/ 200 w 297"/>
              <a:gd name="T35" fmla="*/ 208 h 268"/>
              <a:gd name="T36" fmla="*/ 170 w 297"/>
              <a:gd name="T37" fmla="*/ 208 h 268"/>
              <a:gd name="T38" fmla="*/ 170 w 297"/>
              <a:gd name="T39" fmla="*/ 178 h 268"/>
              <a:gd name="T40" fmla="*/ 0 w 297"/>
              <a:gd name="T41" fmla="*/ 67 h 268"/>
              <a:gd name="T42" fmla="*/ 230 w 297"/>
              <a:gd name="T43" fmla="*/ 67 h 268"/>
              <a:gd name="T44" fmla="*/ 230 w 297"/>
              <a:gd name="T45" fmla="*/ 96 h 268"/>
              <a:gd name="T46" fmla="*/ 0 w 297"/>
              <a:gd name="T47" fmla="*/ 96 h 268"/>
              <a:gd name="T48" fmla="*/ 0 w 297"/>
              <a:gd name="T49" fmla="*/ 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7" h="268">
                <a:moveTo>
                  <a:pt x="29" y="29"/>
                </a:moveTo>
                <a:lnTo>
                  <a:pt x="29" y="238"/>
                </a:lnTo>
                <a:lnTo>
                  <a:pt x="267" y="238"/>
                </a:lnTo>
                <a:lnTo>
                  <a:pt x="267" y="29"/>
                </a:lnTo>
                <a:lnTo>
                  <a:pt x="29" y="29"/>
                </a:lnTo>
                <a:close/>
                <a:moveTo>
                  <a:pt x="0" y="0"/>
                </a:moveTo>
                <a:lnTo>
                  <a:pt x="297" y="0"/>
                </a:lnTo>
                <a:lnTo>
                  <a:pt x="297" y="268"/>
                </a:lnTo>
                <a:lnTo>
                  <a:pt x="0" y="268"/>
                </a:lnTo>
                <a:lnTo>
                  <a:pt x="0" y="0"/>
                </a:lnTo>
                <a:close/>
                <a:moveTo>
                  <a:pt x="215" y="178"/>
                </a:moveTo>
                <a:lnTo>
                  <a:pt x="245" y="178"/>
                </a:lnTo>
                <a:lnTo>
                  <a:pt x="245" y="208"/>
                </a:lnTo>
                <a:lnTo>
                  <a:pt x="215" y="208"/>
                </a:lnTo>
                <a:lnTo>
                  <a:pt x="215" y="178"/>
                </a:lnTo>
                <a:close/>
                <a:moveTo>
                  <a:pt x="170" y="178"/>
                </a:moveTo>
                <a:lnTo>
                  <a:pt x="200" y="178"/>
                </a:lnTo>
                <a:lnTo>
                  <a:pt x="200" y="208"/>
                </a:lnTo>
                <a:lnTo>
                  <a:pt x="170" y="208"/>
                </a:lnTo>
                <a:lnTo>
                  <a:pt x="170" y="178"/>
                </a:lnTo>
                <a:close/>
                <a:moveTo>
                  <a:pt x="0" y="67"/>
                </a:moveTo>
                <a:lnTo>
                  <a:pt x="230" y="67"/>
                </a:lnTo>
                <a:lnTo>
                  <a:pt x="230" y="96"/>
                </a:lnTo>
                <a:lnTo>
                  <a:pt x="0" y="96"/>
                </a:lnTo>
                <a:lnTo>
                  <a:pt x="0" y="67"/>
                </a:lnTo>
                <a:close/>
              </a:path>
            </a:pathLst>
          </a:custGeom>
          <a:gradFill>
            <a:gsLst>
              <a:gs pos="15000">
                <a:schemeClr val="accent1"/>
              </a:gs>
              <a:gs pos="100000">
                <a:schemeClr val="accent1">
                  <a:alpha val="30000"/>
                </a:schemeClr>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4" name="25-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6146D978-F53F-4854-BC09-2D2B639DD31B}"/>
              </a:ext>
            </a:extLst>
          </p:cNvPr>
          <p:cNvSpPr>
            <a:spLocks noEditPoints="1"/>
          </p:cNvSpPr>
          <p:nvPr/>
        </p:nvSpPr>
        <p:spPr bwMode="auto">
          <a:xfrm>
            <a:off x="8108430" y="1584212"/>
            <a:ext cx="409473" cy="350603"/>
          </a:xfrm>
          <a:custGeom>
            <a:avLst/>
            <a:gdLst>
              <a:gd name="T0" fmla="*/ 45 w 313"/>
              <a:gd name="T1" fmla="*/ 29 h 268"/>
              <a:gd name="T2" fmla="*/ 45 w 313"/>
              <a:gd name="T3" fmla="*/ 96 h 268"/>
              <a:gd name="T4" fmla="*/ 16 w 313"/>
              <a:gd name="T5" fmla="*/ 96 h 268"/>
              <a:gd name="T6" fmla="*/ 16 w 313"/>
              <a:gd name="T7" fmla="*/ 0 h 268"/>
              <a:gd name="T8" fmla="*/ 313 w 313"/>
              <a:gd name="T9" fmla="*/ 0 h 268"/>
              <a:gd name="T10" fmla="*/ 313 w 313"/>
              <a:gd name="T11" fmla="*/ 268 h 268"/>
              <a:gd name="T12" fmla="*/ 16 w 313"/>
              <a:gd name="T13" fmla="*/ 268 h 268"/>
              <a:gd name="T14" fmla="*/ 16 w 313"/>
              <a:gd name="T15" fmla="*/ 171 h 268"/>
              <a:gd name="T16" fmla="*/ 45 w 313"/>
              <a:gd name="T17" fmla="*/ 171 h 268"/>
              <a:gd name="T18" fmla="*/ 45 w 313"/>
              <a:gd name="T19" fmla="*/ 238 h 268"/>
              <a:gd name="T20" fmla="*/ 283 w 313"/>
              <a:gd name="T21" fmla="*/ 238 h 268"/>
              <a:gd name="T22" fmla="*/ 283 w 313"/>
              <a:gd name="T23" fmla="*/ 29 h 268"/>
              <a:gd name="T24" fmla="*/ 45 w 313"/>
              <a:gd name="T25" fmla="*/ 29 h 268"/>
              <a:gd name="T26" fmla="*/ 0 w 313"/>
              <a:gd name="T27" fmla="*/ 119 h 268"/>
              <a:gd name="T28" fmla="*/ 149 w 313"/>
              <a:gd name="T29" fmla="*/ 119 h 268"/>
              <a:gd name="T30" fmla="*/ 149 w 313"/>
              <a:gd name="T31" fmla="*/ 148 h 268"/>
              <a:gd name="T32" fmla="*/ 0 w 313"/>
              <a:gd name="T33" fmla="*/ 148 h 268"/>
              <a:gd name="T34" fmla="*/ 0 w 313"/>
              <a:gd name="T35" fmla="*/ 119 h 268"/>
              <a:gd name="T36" fmla="*/ 172 w 313"/>
              <a:gd name="T37" fmla="*/ 119 h 268"/>
              <a:gd name="T38" fmla="*/ 201 w 313"/>
              <a:gd name="T39" fmla="*/ 119 h 268"/>
              <a:gd name="T40" fmla="*/ 201 w 313"/>
              <a:gd name="T41" fmla="*/ 148 h 268"/>
              <a:gd name="T42" fmla="*/ 172 w 313"/>
              <a:gd name="T43" fmla="*/ 148 h 268"/>
              <a:gd name="T44" fmla="*/ 172 w 313"/>
              <a:gd name="T45" fmla="*/ 119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3" h="268">
                <a:moveTo>
                  <a:pt x="45" y="29"/>
                </a:moveTo>
                <a:lnTo>
                  <a:pt x="45" y="96"/>
                </a:lnTo>
                <a:lnTo>
                  <a:pt x="16" y="96"/>
                </a:lnTo>
                <a:lnTo>
                  <a:pt x="16" y="0"/>
                </a:lnTo>
                <a:lnTo>
                  <a:pt x="313" y="0"/>
                </a:lnTo>
                <a:lnTo>
                  <a:pt x="313" y="268"/>
                </a:lnTo>
                <a:lnTo>
                  <a:pt x="16" y="268"/>
                </a:lnTo>
                <a:lnTo>
                  <a:pt x="16" y="171"/>
                </a:lnTo>
                <a:lnTo>
                  <a:pt x="45" y="171"/>
                </a:lnTo>
                <a:lnTo>
                  <a:pt x="45" y="238"/>
                </a:lnTo>
                <a:lnTo>
                  <a:pt x="283" y="238"/>
                </a:lnTo>
                <a:lnTo>
                  <a:pt x="283" y="29"/>
                </a:lnTo>
                <a:lnTo>
                  <a:pt x="45" y="29"/>
                </a:lnTo>
                <a:close/>
                <a:moveTo>
                  <a:pt x="0" y="119"/>
                </a:moveTo>
                <a:lnTo>
                  <a:pt x="149" y="119"/>
                </a:lnTo>
                <a:lnTo>
                  <a:pt x="149" y="148"/>
                </a:lnTo>
                <a:lnTo>
                  <a:pt x="0" y="148"/>
                </a:lnTo>
                <a:lnTo>
                  <a:pt x="0" y="119"/>
                </a:lnTo>
                <a:close/>
                <a:moveTo>
                  <a:pt x="172" y="119"/>
                </a:moveTo>
                <a:lnTo>
                  <a:pt x="201" y="119"/>
                </a:lnTo>
                <a:lnTo>
                  <a:pt x="201" y="148"/>
                </a:lnTo>
                <a:lnTo>
                  <a:pt x="172" y="148"/>
                </a:lnTo>
                <a:lnTo>
                  <a:pt x="172" y="119"/>
                </a:lnTo>
                <a:close/>
              </a:path>
            </a:pathLst>
          </a:custGeom>
          <a:gradFill>
            <a:gsLst>
              <a:gs pos="15000">
                <a:schemeClr val="accent1"/>
              </a:gs>
              <a:gs pos="100000">
                <a:schemeClr val="accent1">
                  <a:alpha val="30000"/>
                </a:schemeClr>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Tree>
    <p:extLst>
      <p:ext uri="{BB962C8B-B14F-4D97-AF65-F5344CB8AC3E}">
        <p14:creationId xmlns:p14="http://schemas.microsoft.com/office/powerpoint/2010/main" val="2907790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750"/>
                                        <p:tgtEl>
                                          <p:spTgt spid="83"/>
                                        </p:tgtEl>
                                      </p:cBhvr>
                                    </p:animEffect>
                                  </p:childTnLst>
                                </p:cTn>
                              </p:par>
                              <p:par>
                                <p:cTn id="8" presetID="63" presetClass="path" presetSubtype="0" decel="50000" fill="hold" grpId="1" nodeType="withEffect">
                                  <p:stCondLst>
                                    <p:cond delay="0"/>
                                  </p:stCondLst>
                                  <p:childTnLst>
                                    <p:animMotion origin="layout" path="M -0.01563 -2.59259E-6 L 0.11081 -2.59259E-6 " pathEditMode="relative" rAng="0" ptsTypes="AA">
                                      <p:cBhvr>
                                        <p:cTn id="9" dur="750" spd="-100000" fill="hold"/>
                                        <p:tgtEl>
                                          <p:spTgt spid="83"/>
                                        </p:tgtEl>
                                        <p:attrNameLst>
                                          <p:attrName>ppt_x</p:attrName>
                                          <p:attrName>ppt_y</p:attrName>
                                        </p:attrNameLst>
                                      </p:cBhvr>
                                      <p:rCtr x="6315" y="0"/>
                                    </p:animMotion>
                                  </p:childTnLst>
                                </p:cTn>
                              </p:par>
                              <p:par>
                                <p:cTn id="10" presetID="35" presetClass="path" presetSubtype="0" decel="50000" fill="hold" grpId="2" nodeType="withEffect">
                                  <p:stCondLst>
                                    <p:cond delay="750"/>
                                  </p:stCondLst>
                                  <p:childTnLst>
                                    <p:animMotion origin="layout" path="M -0.01563 -2.59259E-6 L 1.45833E-6 -2.59259E-6 " pathEditMode="relative" rAng="0" ptsTypes="AA">
                                      <p:cBhvr>
                                        <p:cTn id="11" dur="750" fill="hold"/>
                                        <p:tgtEl>
                                          <p:spTgt spid="83"/>
                                        </p:tgtEl>
                                        <p:attrNameLst>
                                          <p:attrName>ppt_x</p:attrName>
                                          <p:attrName>ppt_y</p:attrName>
                                        </p:attrNameLst>
                                      </p:cBhvr>
                                      <p:rCtr x="781" y="0"/>
                                    </p:animMotion>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750"/>
                                        <p:tgtEl>
                                          <p:spTgt spid="9"/>
                                        </p:tgtEl>
                                      </p:cBhvr>
                                    </p:animEffect>
                                  </p:childTnLst>
                                </p:cTn>
                              </p:par>
                              <p:par>
                                <p:cTn id="15" presetID="63" presetClass="path" presetSubtype="0" decel="50000" fill="hold" nodeType="withEffect">
                                  <p:stCondLst>
                                    <p:cond delay="0"/>
                                  </p:stCondLst>
                                  <p:childTnLst>
                                    <p:animMotion origin="layout" path="M -0.01562 4.44444E-6 L 0.11081 4.44444E-6 " pathEditMode="relative" rAng="0" ptsTypes="AA">
                                      <p:cBhvr>
                                        <p:cTn id="16" dur="750" spd="-100000" fill="hold"/>
                                        <p:tgtEl>
                                          <p:spTgt spid="9"/>
                                        </p:tgtEl>
                                        <p:attrNameLst>
                                          <p:attrName>ppt_x</p:attrName>
                                          <p:attrName>ppt_y</p:attrName>
                                        </p:attrNameLst>
                                      </p:cBhvr>
                                      <p:rCtr x="6315" y="0"/>
                                    </p:animMotion>
                                  </p:childTnLst>
                                </p:cTn>
                              </p:par>
                              <p:par>
                                <p:cTn id="17" presetID="35" presetClass="path" presetSubtype="0" decel="50000" fill="hold" nodeType="withEffect">
                                  <p:stCondLst>
                                    <p:cond delay="750"/>
                                  </p:stCondLst>
                                  <p:childTnLst>
                                    <p:animMotion origin="layout" path="M -0.01562 4.44444E-6 L 0 4.44444E-6 " pathEditMode="relative" rAng="0" ptsTypes="AA">
                                      <p:cBhvr>
                                        <p:cTn id="18" dur="750" fill="hold"/>
                                        <p:tgtEl>
                                          <p:spTgt spid="9"/>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750"/>
                                        <p:tgtEl>
                                          <p:spTgt spid="41"/>
                                        </p:tgtEl>
                                      </p:cBhvr>
                                    </p:animEffect>
                                  </p:childTnLst>
                                </p:cTn>
                              </p:par>
                              <p:par>
                                <p:cTn id="22" presetID="64" presetClass="path" presetSubtype="0" decel="50667" fill="hold" grpId="1" nodeType="withEffect">
                                  <p:stCondLst>
                                    <p:cond delay="0"/>
                                  </p:stCondLst>
                                  <p:childTnLst>
                                    <p:animMotion origin="layout" path="M -4.58333E-6 0.03889 L -4.58333E-6 -0.14815 " pathEditMode="relative" rAng="0" ptsTypes="AA">
                                      <p:cBhvr>
                                        <p:cTn id="23" dur="750" spd="-100000" fill="hold"/>
                                        <p:tgtEl>
                                          <p:spTgt spid="41"/>
                                        </p:tgtEl>
                                        <p:attrNameLst>
                                          <p:attrName>ppt_x</p:attrName>
                                          <p:attrName>ppt_y</p:attrName>
                                        </p:attrNameLst>
                                      </p:cBhvr>
                                      <p:rCtr x="0" y="-9352"/>
                                    </p:animMotion>
                                  </p:childTnLst>
                                </p:cTn>
                              </p:par>
                              <p:par>
                                <p:cTn id="24" presetID="64" presetClass="path" presetSubtype="0" decel="50667" fill="hold" grpId="2" nodeType="withEffect">
                                  <p:stCondLst>
                                    <p:cond delay="750"/>
                                  </p:stCondLst>
                                  <p:childTnLst>
                                    <p:animMotion origin="layout" path="M -4.58333E-6 0.03843 L -4.58333E-6 3.7037E-7 " pathEditMode="relative" rAng="0" ptsTypes="AA">
                                      <p:cBhvr>
                                        <p:cTn id="25" dur="750" fill="hold"/>
                                        <p:tgtEl>
                                          <p:spTgt spid="41"/>
                                        </p:tgtEl>
                                        <p:attrNameLst>
                                          <p:attrName>ppt_x</p:attrName>
                                          <p:attrName>ppt_y</p:attrName>
                                        </p:attrNameLst>
                                      </p:cBhvr>
                                      <p:rCtr x="0" y="-1921"/>
                                    </p:animMotion>
                                  </p:childTnLst>
                                </p:cTn>
                              </p:par>
                              <p:par>
                                <p:cTn id="26" presetID="10" presetClass="entr" presetSubtype="0" fill="hold" nodeType="withEffect">
                                  <p:stCondLst>
                                    <p:cond delay="25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50"/>
                                        <p:tgtEl>
                                          <p:spTgt spid="7"/>
                                        </p:tgtEl>
                                      </p:cBhvr>
                                    </p:animEffect>
                                  </p:childTnLst>
                                </p:cTn>
                              </p:par>
                              <p:par>
                                <p:cTn id="29" presetID="64" presetClass="path" presetSubtype="0" decel="50667" fill="hold" nodeType="withEffect">
                                  <p:stCondLst>
                                    <p:cond delay="250"/>
                                  </p:stCondLst>
                                  <p:childTnLst>
                                    <p:animMotion origin="layout" path="M -4.58333E-6 0.03889 L -4.58333E-6 -0.14815 " pathEditMode="relative" rAng="0" ptsTypes="AA">
                                      <p:cBhvr>
                                        <p:cTn id="30" dur="750" spd="-100000" fill="hold"/>
                                        <p:tgtEl>
                                          <p:spTgt spid="7"/>
                                        </p:tgtEl>
                                        <p:attrNameLst>
                                          <p:attrName>ppt_x</p:attrName>
                                          <p:attrName>ppt_y</p:attrName>
                                        </p:attrNameLst>
                                      </p:cBhvr>
                                      <p:rCtr x="0" y="-9352"/>
                                    </p:animMotion>
                                  </p:childTnLst>
                                </p:cTn>
                              </p:par>
                              <p:par>
                                <p:cTn id="31" presetID="64" presetClass="path" presetSubtype="0" decel="50667" fill="hold" nodeType="withEffect">
                                  <p:stCondLst>
                                    <p:cond delay="1000"/>
                                  </p:stCondLst>
                                  <p:childTnLst>
                                    <p:animMotion origin="layout" path="M -4.58333E-6 0.03843 L -4.58333E-6 3.7037E-7 " pathEditMode="relative" rAng="0" ptsTypes="AA">
                                      <p:cBhvr>
                                        <p:cTn id="32" dur="750" fill="hold"/>
                                        <p:tgtEl>
                                          <p:spTgt spid="7"/>
                                        </p:tgtEl>
                                        <p:attrNameLst>
                                          <p:attrName>ppt_x</p:attrName>
                                          <p:attrName>ppt_y</p:attrName>
                                        </p:attrNameLst>
                                      </p:cBhvr>
                                      <p:rCtr x="0" y="-1921"/>
                                    </p:animMotion>
                                  </p:childTnLst>
                                </p:cTn>
                              </p:par>
                              <p:par>
                                <p:cTn id="33" presetID="10" presetClass="entr" presetSubtype="0" fill="hold" nodeType="withEffect">
                                  <p:stCondLst>
                                    <p:cond delay="75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750"/>
                                        <p:tgtEl>
                                          <p:spTgt spid="36"/>
                                        </p:tgtEl>
                                      </p:cBhvr>
                                    </p:animEffect>
                                  </p:childTnLst>
                                </p:cTn>
                              </p:par>
                              <p:par>
                                <p:cTn id="36" presetID="64" presetClass="path" presetSubtype="0" decel="50667" fill="hold" nodeType="withEffect">
                                  <p:stCondLst>
                                    <p:cond delay="750"/>
                                  </p:stCondLst>
                                  <p:childTnLst>
                                    <p:animMotion origin="layout" path="M -3.75E-6 0.03889 L -3.75E-6 -0.14815 " pathEditMode="relative" rAng="0" ptsTypes="AA">
                                      <p:cBhvr>
                                        <p:cTn id="37" dur="750" spd="-100000" fill="hold"/>
                                        <p:tgtEl>
                                          <p:spTgt spid="36"/>
                                        </p:tgtEl>
                                        <p:attrNameLst>
                                          <p:attrName>ppt_x</p:attrName>
                                          <p:attrName>ppt_y</p:attrName>
                                        </p:attrNameLst>
                                      </p:cBhvr>
                                      <p:rCtr x="0" y="-9352"/>
                                    </p:animMotion>
                                  </p:childTnLst>
                                </p:cTn>
                              </p:par>
                              <p:par>
                                <p:cTn id="38" presetID="64" presetClass="path" presetSubtype="0" decel="50667" fill="hold" nodeType="withEffect">
                                  <p:stCondLst>
                                    <p:cond delay="1500"/>
                                  </p:stCondLst>
                                  <p:childTnLst>
                                    <p:animMotion origin="layout" path="M -3.75E-6 0.03843 L -3.75E-6 -3.7037E-7 " pathEditMode="relative" rAng="0" ptsTypes="AA">
                                      <p:cBhvr>
                                        <p:cTn id="39" dur="750" fill="hold"/>
                                        <p:tgtEl>
                                          <p:spTgt spid="36"/>
                                        </p:tgtEl>
                                        <p:attrNameLst>
                                          <p:attrName>ppt_x</p:attrName>
                                          <p:attrName>ppt_y</p:attrName>
                                        </p:attrNameLst>
                                      </p:cBhvr>
                                      <p:rCtr x="0" y="-1921"/>
                                    </p:animMotion>
                                  </p:childTnLst>
                                </p:cTn>
                              </p:par>
                              <p:par>
                                <p:cTn id="40" presetID="10" presetClass="entr" presetSubtype="0" fill="hold" nodeType="withEffect">
                                  <p:stCondLst>
                                    <p:cond delay="125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750"/>
                                        <p:tgtEl>
                                          <p:spTgt spid="23"/>
                                        </p:tgtEl>
                                      </p:cBhvr>
                                    </p:animEffect>
                                  </p:childTnLst>
                                </p:cTn>
                              </p:par>
                              <p:par>
                                <p:cTn id="43" presetID="42" presetClass="path" presetSubtype="0" decel="50667" fill="hold" nodeType="withEffect">
                                  <p:stCondLst>
                                    <p:cond delay="1250"/>
                                  </p:stCondLst>
                                  <p:childTnLst>
                                    <p:animMotion origin="layout" path="M -2.08333E-6 -0.0676 L -2.08333E-6 2.96296E-6 " pathEditMode="relative" rAng="0" ptsTypes="AA">
                                      <p:cBhvr>
                                        <p:cTn id="44" dur="750" fill="hold"/>
                                        <p:tgtEl>
                                          <p:spTgt spid="23"/>
                                        </p:tgtEl>
                                        <p:attrNameLst>
                                          <p:attrName>ppt_x</p:attrName>
                                          <p:attrName>ppt_y</p:attrName>
                                        </p:attrNameLst>
                                      </p:cBhvr>
                                      <p:rCtr x="0" y="3380"/>
                                    </p:animMotion>
                                  </p:childTnLst>
                                </p:cTn>
                              </p:par>
                              <p:par>
                                <p:cTn id="45" presetID="10" presetClass="entr" presetSubtype="0" fill="hold" nodeType="withEffect">
                                  <p:stCondLst>
                                    <p:cond delay="175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750"/>
                                        <p:tgtEl>
                                          <p:spTgt spid="21"/>
                                        </p:tgtEl>
                                      </p:cBhvr>
                                    </p:animEffect>
                                  </p:childTnLst>
                                </p:cTn>
                              </p:par>
                              <p:par>
                                <p:cTn id="48" presetID="42" presetClass="path" presetSubtype="0" decel="50667" fill="hold" nodeType="withEffect">
                                  <p:stCondLst>
                                    <p:cond delay="1750"/>
                                  </p:stCondLst>
                                  <p:childTnLst>
                                    <p:animMotion origin="layout" path="M -2.08333E-6 -0.0676 L -2.08333E-6 2.96296E-6 " pathEditMode="relative" rAng="0" ptsTypes="AA">
                                      <p:cBhvr>
                                        <p:cTn id="49" dur="750" fill="hold"/>
                                        <p:tgtEl>
                                          <p:spTgt spid="21"/>
                                        </p:tgtEl>
                                        <p:attrNameLst>
                                          <p:attrName>ppt_x</p:attrName>
                                          <p:attrName>ppt_y</p:attrName>
                                        </p:attrNameLst>
                                      </p:cBhvr>
                                      <p:rCtr x="0" y="3380"/>
                                    </p:animMotion>
                                  </p:childTnLst>
                                </p:cTn>
                              </p:par>
                              <p:par>
                                <p:cTn id="50" presetID="31" presetClass="entr" presetSubtype="0" fill="hold" nodeType="withEffect">
                                  <p:stCondLst>
                                    <p:cond delay="1750"/>
                                  </p:stCondLst>
                                  <p:childTnLst>
                                    <p:set>
                                      <p:cBhvr>
                                        <p:cTn id="51" dur="1" fill="hold">
                                          <p:stCondLst>
                                            <p:cond delay="0"/>
                                          </p:stCondLst>
                                        </p:cTn>
                                        <p:tgtEl>
                                          <p:spTgt spid="58"/>
                                        </p:tgtEl>
                                        <p:attrNameLst>
                                          <p:attrName>style.visibility</p:attrName>
                                        </p:attrNameLst>
                                      </p:cBhvr>
                                      <p:to>
                                        <p:strVal val="visible"/>
                                      </p:to>
                                    </p:set>
                                    <p:anim calcmode="lin" valueType="num">
                                      <p:cBhvr>
                                        <p:cTn id="52" dur="750" fill="hold"/>
                                        <p:tgtEl>
                                          <p:spTgt spid="58"/>
                                        </p:tgtEl>
                                        <p:attrNameLst>
                                          <p:attrName>ppt_w</p:attrName>
                                        </p:attrNameLst>
                                      </p:cBhvr>
                                      <p:tavLst>
                                        <p:tav tm="0">
                                          <p:val>
                                            <p:fltVal val="0"/>
                                          </p:val>
                                        </p:tav>
                                        <p:tav tm="100000">
                                          <p:val>
                                            <p:strVal val="#ppt_w"/>
                                          </p:val>
                                        </p:tav>
                                      </p:tavLst>
                                    </p:anim>
                                    <p:anim calcmode="lin" valueType="num">
                                      <p:cBhvr>
                                        <p:cTn id="53" dur="750" fill="hold"/>
                                        <p:tgtEl>
                                          <p:spTgt spid="58"/>
                                        </p:tgtEl>
                                        <p:attrNameLst>
                                          <p:attrName>ppt_h</p:attrName>
                                        </p:attrNameLst>
                                      </p:cBhvr>
                                      <p:tavLst>
                                        <p:tav tm="0">
                                          <p:val>
                                            <p:fltVal val="0"/>
                                          </p:val>
                                        </p:tav>
                                        <p:tav tm="100000">
                                          <p:val>
                                            <p:strVal val="#ppt_h"/>
                                          </p:val>
                                        </p:tav>
                                      </p:tavLst>
                                    </p:anim>
                                    <p:anim calcmode="lin" valueType="num">
                                      <p:cBhvr>
                                        <p:cTn id="54" dur="750" fill="hold"/>
                                        <p:tgtEl>
                                          <p:spTgt spid="58"/>
                                        </p:tgtEl>
                                        <p:attrNameLst>
                                          <p:attrName>style.rotation</p:attrName>
                                        </p:attrNameLst>
                                      </p:cBhvr>
                                      <p:tavLst>
                                        <p:tav tm="0">
                                          <p:val>
                                            <p:fltVal val="90"/>
                                          </p:val>
                                        </p:tav>
                                        <p:tav tm="100000">
                                          <p:val>
                                            <p:fltVal val="0"/>
                                          </p:val>
                                        </p:tav>
                                      </p:tavLst>
                                    </p:anim>
                                    <p:animEffect transition="in" filter="fade">
                                      <p:cBhvr>
                                        <p:cTn id="55" dur="750"/>
                                        <p:tgtEl>
                                          <p:spTgt spid="58"/>
                                        </p:tgtEl>
                                      </p:cBhvr>
                                    </p:animEffect>
                                  </p:childTnLst>
                                </p:cTn>
                              </p:par>
                              <p:par>
                                <p:cTn id="56" presetID="31" presetClass="entr" presetSubtype="0" fill="hold" nodeType="withEffect">
                                  <p:stCondLst>
                                    <p:cond delay="1750"/>
                                  </p:stCondLst>
                                  <p:childTnLst>
                                    <p:set>
                                      <p:cBhvr>
                                        <p:cTn id="57" dur="1" fill="hold">
                                          <p:stCondLst>
                                            <p:cond delay="0"/>
                                          </p:stCondLst>
                                        </p:cTn>
                                        <p:tgtEl>
                                          <p:spTgt spid="53"/>
                                        </p:tgtEl>
                                        <p:attrNameLst>
                                          <p:attrName>style.visibility</p:attrName>
                                        </p:attrNameLst>
                                      </p:cBhvr>
                                      <p:to>
                                        <p:strVal val="visible"/>
                                      </p:to>
                                    </p:set>
                                    <p:anim calcmode="lin" valueType="num">
                                      <p:cBhvr>
                                        <p:cTn id="58" dur="750" fill="hold"/>
                                        <p:tgtEl>
                                          <p:spTgt spid="53"/>
                                        </p:tgtEl>
                                        <p:attrNameLst>
                                          <p:attrName>ppt_w</p:attrName>
                                        </p:attrNameLst>
                                      </p:cBhvr>
                                      <p:tavLst>
                                        <p:tav tm="0">
                                          <p:val>
                                            <p:fltVal val="0"/>
                                          </p:val>
                                        </p:tav>
                                        <p:tav tm="100000">
                                          <p:val>
                                            <p:strVal val="#ppt_w"/>
                                          </p:val>
                                        </p:tav>
                                      </p:tavLst>
                                    </p:anim>
                                    <p:anim calcmode="lin" valueType="num">
                                      <p:cBhvr>
                                        <p:cTn id="59" dur="750" fill="hold"/>
                                        <p:tgtEl>
                                          <p:spTgt spid="53"/>
                                        </p:tgtEl>
                                        <p:attrNameLst>
                                          <p:attrName>ppt_h</p:attrName>
                                        </p:attrNameLst>
                                      </p:cBhvr>
                                      <p:tavLst>
                                        <p:tav tm="0">
                                          <p:val>
                                            <p:fltVal val="0"/>
                                          </p:val>
                                        </p:tav>
                                        <p:tav tm="100000">
                                          <p:val>
                                            <p:strVal val="#ppt_h"/>
                                          </p:val>
                                        </p:tav>
                                      </p:tavLst>
                                    </p:anim>
                                    <p:anim calcmode="lin" valueType="num">
                                      <p:cBhvr>
                                        <p:cTn id="60" dur="750" fill="hold"/>
                                        <p:tgtEl>
                                          <p:spTgt spid="53"/>
                                        </p:tgtEl>
                                        <p:attrNameLst>
                                          <p:attrName>style.rotation</p:attrName>
                                        </p:attrNameLst>
                                      </p:cBhvr>
                                      <p:tavLst>
                                        <p:tav tm="0">
                                          <p:val>
                                            <p:fltVal val="90"/>
                                          </p:val>
                                        </p:tav>
                                        <p:tav tm="100000">
                                          <p:val>
                                            <p:fltVal val="0"/>
                                          </p:val>
                                        </p:tav>
                                      </p:tavLst>
                                    </p:anim>
                                    <p:animEffect transition="in" filter="fade">
                                      <p:cBhvr>
                                        <p:cTn id="61" dur="750"/>
                                        <p:tgtEl>
                                          <p:spTgt spid="53"/>
                                        </p:tgtEl>
                                      </p:cBhvr>
                                    </p:animEffect>
                                  </p:childTnLst>
                                </p:cTn>
                              </p:par>
                              <p:par>
                                <p:cTn id="62" presetID="31" presetClass="entr" presetSubtype="0" fill="hold" nodeType="withEffect">
                                  <p:stCondLst>
                                    <p:cond delay="1750"/>
                                  </p:stCondLst>
                                  <p:childTnLst>
                                    <p:set>
                                      <p:cBhvr>
                                        <p:cTn id="63" dur="1" fill="hold">
                                          <p:stCondLst>
                                            <p:cond delay="0"/>
                                          </p:stCondLst>
                                        </p:cTn>
                                        <p:tgtEl>
                                          <p:spTgt spid="66"/>
                                        </p:tgtEl>
                                        <p:attrNameLst>
                                          <p:attrName>style.visibility</p:attrName>
                                        </p:attrNameLst>
                                      </p:cBhvr>
                                      <p:to>
                                        <p:strVal val="visible"/>
                                      </p:to>
                                    </p:set>
                                    <p:anim calcmode="lin" valueType="num">
                                      <p:cBhvr>
                                        <p:cTn id="64" dur="750" fill="hold"/>
                                        <p:tgtEl>
                                          <p:spTgt spid="66"/>
                                        </p:tgtEl>
                                        <p:attrNameLst>
                                          <p:attrName>ppt_w</p:attrName>
                                        </p:attrNameLst>
                                      </p:cBhvr>
                                      <p:tavLst>
                                        <p:tav tm="0">
                                          <p:val>
                                            <p:fltVal val="0"/>
                                          </p:val>
                                        </p:tav>
                                        <p:tav tm="100000">
                                          <p:val>
                                            <p:strVal val="#ppt_w"/>
                                          </p:val>
                                        </p:tav>
                                      </p:tavLst>
                                    </p:anim>
                                    <p:anim calcmode="lin" valueType="num">
                                      <p:cBhvr>
                                        <p:cTn id="65" dur="750" fill="hold"/>
                                        <p:tgtEl>
                                          <p:spTgt spid="66"/>
                                        </p:tgtEl>
                                        <p:attrNameLst>
                                          <p:attrName>ppt_h</p:attrName>
                                        </p:attrNameLst>
                                      </p:cBhvr>
                                      <p:tavLst>
                                        <p:tav tm="0">
                                          <p:val>
                                            <p:fltVal val="0"/>
                                          </p:val>
                                        </p:tav>
                                        <p:tav tm="100000">
                                          <p:val>
                                            <p:strVal val="#ppt_h"/>
                                          </p:val>
                                        </p:tav>
                                      </p:tavLst>
                                    </p:anim>
                                    <p:anim calcmode="lin" valueType="num">
                                      <p:cBhvr>
                                        <p:cTn id="66" dur="750" fill="hold"/>
                                        <p:tgtEl>
                                          <p:spTgt spid="66"/>
                                        </p:tgtEl>
                                        <p:attrNameLst>
                                          <p:attrName>style.rotation</p:attrName>
                                        </p:attrNameLst>
                                      </p:cBhvr>
                                      <p:tavLst>
                                        <p:tav tm="0">
                                          <p:val>
                                            <p:fltVal val="90"/>
                                          </p:val>
                                        </p:tav>
                                        <p:tav tm="100000">
                                          <p:val>
                                            <p:fltVal val="0"/>
                                          </p:val>
                                        </p:tav>
                                      </p:tavLst>
                                    </p:anim>
                                    <p:animEffect transition="in" filter="fade">
                                      <p:cBhvr>
                                        <p:cTn id="67" dur="750"/>
                                        <p:tgtEl>
                                          <p:spTgt spid="66"/>
                                        </p:tgtEl>
                                      </p:cBhvr>
                                    </p:animEffect>
                                  </p:childTnLst>
                                </p:cTn>
                              </p:par>
                              <p:par>
                                <p:cTn id="68" presetID="10" presetClass="entr" presetSubtype="0" fill="hold" grpId="0" nodeType="withEffect">
                                  <p:stCondLst>
                                    <p:cond delay="175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750"/>
                                        <p:tgtEl>
                                          <p:spTgt spid="24"/>
                                        </p:tgtEl>
                                      </p:cBhvr>
                                    </p:animEffect>
                                  </p:childTnLst>
                                </p:cTn>
                              </p:par>
                              <p:par>
                                <p:cTn id="71" presetID="42" presetClass="path" presetSubtype="0" decel="50667" fill="hold" grpId="1" nodeType="withEffect">
                                  <p:stCondLst>
                                    <p:cond delay="1750"/>
                                  </p:stCondLst>
                                  <p:childTnLst>
                                    <p:animMotion origin="layout" path="M -2.08333E-6 -0.0676 L -2.08333E-6 2.96296E-6 " pathEditMode="relative" rAng="0" ptsTypes="AA">
                                      <p:cBhvr>
                                        <p:cTn id="72" dur="750" fill="hold"/>
                                        <p:tgtEl>
                                          <p:spTgt spid="24"/>
                                        </p:tgtEl>
                                        <p:attrNameLst>
                                          <p:attrName>ppt_x</p:attrName>
                                          <p:attrName>ppt_y</p:attrName>
                                        </p:attrNameLst>
                                      </p:cBhvr>
                                      <p:rCtr x="0" y="3380"/>
                                    </p:animMotion>
                                  </p:childTnLst>
                                </p:cTn>
                              </p:par>
                              <p:par>
                                <p:cTn id="73" presetID="10" presetClass="entr" presetSubtype="0" fill="hold" grpId="0" nodeType="withEffect">
                                  <p:stCondLst>
                                    <p:cond delay="175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750"/>
                                        <p:tgtEl>
                                          <p:spTgt spid="14"/>
                                        </p:tgtEl>
                                      </p:cBhvr>
                                    </p:animEffect>
                                  </p:childTnLst>
                                </p:cTn>
                              </p:par>
                              <p:par>
                                <p:cTn id="76" presetID="42" presetClass="path" presetSubtype="0" decel="50667" fill="hold" grpId="1" nodeType="withEffect">
                                  <p:stCondLst>
                                    <p:cond delay="1750"/>
                                  </p:stCondLst>
                                  <p:childTnLst>
                                    <p:animMotion origin="layout" path="M -2.08333E-6 -0.0676 L -2.08333E-6 2.96296E-6 " pathEditMode="relative" rAng="0" ptsTypes="AA">
                                      <p:cBhvr>
                                        <p:cTn id="77" dur="750" fill="hold"/>
                                        <p:tgtEl>
                                          <p:spTgt spid="14"/>
                                        </p:tgtEl>
                                        <p:attrNameLst>
                                          <p:attrName>ppt_x</p:attrName>
                                          <p:attrName>ppt_y</p:attrName>
                                        </p:attrNameLst>
                                      </p:cBhvr>
                                      <p:rCtr x="0" y="3380"/>
                                    </p:animMotion>
                                  </p:childTnLst>
                                </p:cTn>
                              </p:par>
                              <p:par>
                                <p:cTn id="78" presetID="10" presetClass="entr" presetSubtype="0" fill="hold" grpId="0" nodeType="withEffect">
                                  <p:stCondLst>
                                    <p:cond delay="175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750"/>
                                        <p:tgtEl>
                                          <p:spTgt spid="19"/>
                                        </p:tgtEl>
                                      </p:cBhvr>
                                    </p:animEffect>
                                  </p:childTnLst>
                                </p:cTn>
                              </p:par>
                              <p:par>
                                <p:cTn id="81" presetID="42" presetClass="path" presetSubtype="0" decel="50667" fill="hold" grpId="1" nodeType="withEffect">
                                  <p:stCondLst>
                                    <p:cond delay="1750"/>
                                  </p:stCondLst>
                                  <p:childTnLst>
                                    <p:animMotion origin="layout" path="M -2.08333E-6 -0.0676 L -2.08333E-6 2.96296E-6 " pathEditMode="relative" rAng="0" ptsTypes="AA">
                                      <p:cBhvr>
                                        <p:cTn id="82" dur="750" fill="hold"/>
                                        <p:tgtEl>
                                          <p:spTgt spid="19"/>
                                        </p:tgtEl>
                                        <p:attrNameLst>
                                          <p:attrName>ppt_x</p:attrName>
                                          <p:attrName>ppt_y</p:attrName>
                                        </p:attrNameLst>
                                      </p:cBhvr>
                                      <p:rCtr x="0" y="3380"/>
                                    </p:animMotion>
                                  </p:childTnLst>
                                </p:cTn>
                              </p:par>
                              <p:par>
                                <p:cTn id="83" presetID="22" presetClass="entr" presetSubtype="2" fill="hold" grpId="0" nodeType="withEffect">
                                  <p:stCondLst>
                                    <p:cond delay="2250"/>
                                  </p:stCondLst>
                                  <p:childTnLst>
                                    <p:set>
                                      <p:cBhvr>
                                        <p:cTn id="84" dur="1" fill="hold">
                                          <p:stCondLst>
                                            <p:cond delay="0"/>
                                          </p:stCondLst>
                                        </p:cTn>
                                        <p:tgtEl>
                                          <p:spTgt spid="82"/>
                                        </p:tgtEl>
                                        <p:attrNameLst>
                                          <p:attrName>style.visibility</p:attrName>
                                        </p:attrNameLst>
                                      </p:cBhvr>
                                      <p:to>
                                        <p:strVal val="visible"/>
                                      </p:to>
                                    </p:set>
                                    <p:animEffect transition="in" filter="wipe(right)">
                                      <p:cBhvr>
                                        <p:cTn id="85" dur="750"/>
                                        <p:tgtEl>
                                          <p:spTgt spid="82"/>
                                        </p:tgtEl>
                                      </p:cBhvr>
                                    </p:animEffect>
                                  </p:childTnLst>
                                </p:cTn>
                              </p:par>
                              <p:par>
                                <p:cTn id="86" presetID="22" presetClass="entr" presetSubtype="8" fill="hold" grpId="0" nodeType="withEffect">
                                  <p:stCondLst>
                                    <p:cond delay="2250"/>
                                  </p:stCondLst>
                                  <p:childTnLst>
                                    <p:set>
                                      <p:cBhvr>
                                        <p:cTn id="87" dur="1" fill="hold">
                                          <p:stCondLst>
                                            <p:cond delay="0"/>
                                          </p:stCondLst>
                                        </p:cTn>
                                        <p:tgtEl>
                                          <p:spTgt spid="43"/>
                                        </p:tgtEl>
                                        <p:attrNameLst>
                                          <p:attrName>style.visibility</p:attrName>
                                        </p:attrNameLst>
                                      </p:cBhvr>
                                      <p:to>
                                        <p:strVal val="visible"/>
                                      </p:to>
                                    </p:set>
                                    <p:animEffect transition="in" filter="wipe(left)">
                                      <p:cBhvr>
                                        <p:cTn id="88" dur="750"/>
                                        <p:tgtEl>
                                          <p:spTgt spid="43"/>
                                        </p:tgtEl>
                                      </p:cBhvr>
                                    </p:animEffect>
                                  </p:childTnLst>
                                </p:cTn>
                              </p:par>
                              <p:par>
                                <p:cTn id="89" presetID="22" presetClass="entr" presetSubtype="8" fill="hold" grpId="0" nodeType="withEffect">
                                  <p:stCondLst>
                                    <p:cond delay="2250"/>
                                  </p:stCondLst>
                                  <p:childTnLst>
                                    <p:set>
                                      <p:cBhvr>
                                        <p:cTn id="90" dur="1" fill="hold">
                                          <p:stCondLst>
                                            <p:cond delay="0"/>
                                          </p:stCondLst>
                                        </p:cTn>
                                        <p:tgtEl>
                                          <p:spTgt spid="81"/>
                                        </p:tgtEl>
                                        <p:attrNameLst>
                                          <p:attrName>style.visibility</p:attrName>
                                        </p:attrNameLst>
                                      </p:cBhvr>
                                      <p:to>
                                        <p:strVal val="visible"/>
                                      </p:to>
                                    </p:set>
                                    <p:animEffect transition="in" filter="wipe(left)">
                                      <p:cBhvr>
                                        <p:cTn id="91" dur="750"/>
                                        <p:tgtEl>
                                          <p:spTgt spid="81"/>
                                        </p:tgtEl>
                                      </p:cBhvr>
                                    </p:animEffect>
                                  </p:childTnLst>
                                </p:cTn>
                              </p:par>
                              <p:par>
                                <p:cTn id="92" presetID="10" presetClass="entr" presetSubtype="0" fill="hold" grpId="0" nodeType="withEffect">
                                  <p:stCondLst>
                                    <p:cond delay="2250"/>
                                  </p:stCondLst>
                                  <p:childTnLst>
                                    <p:set>
                                      <p:cBhvr>
                                        <p:cTn id="93" dur="1" fill="hold">
                                          <p:stCondLst>
                                            <p:cond delay="0"/>
                                          </p:stCondLst>
                                        </p:cTn>
                                        <p:tgtEl>
                                          <p:spTgt spid="73"/>
                                        </p:tgtEl>
                                        <p:attrNameLst>
                                          <p:attrName>style.visibility</p:attrName>
                                        </p:attrNameLst>
                                      </p:cBhvr>
                                      <p:to>
                                        <p:strVal val="visible"/>
                                      </p:to>
                                    </p:set>
                                    <p:animEffect transition="in" filter="fade">
                                      <p:cBhvr>
                                        <p:cTn id="94" dur="750"/>
                                        <p:tgtEl>
                                          <p:spTgt spid="73"/>
                                        </p:tgtEl>
                                      </p:cBhvr>
                                    </p:animEffect>
                                  </p:childTnLst>
                                </p:cTn>
                              </p:par>
                              <p:par>
                                <p:cTn id="95" presetID="35" presetClass="path" presetSubtype="0" decel="50000" fill="hold" grpId="1" nodeType="withEffect">
                                  <p:stCondLst>
                                    <p:cond delay="2250"/>
                                  </p:stCondLst>
                                  <p:childTnLst>
                                    <p:animMotion origin="layout" path="M -0.0513 3.7037E-6 L -6.25E-7 3.7037E-6 " pathEditMode="relative" rAng="0" ptsTypes="AA">
                                      <p:cBhvr>
                                        <p:cTn id="96" dur="750" fill="hold"/>
                                        <p:tgtEl>
                                          <p:spTgt spid="73"/>
                                        </p:tgtEl>
                                        <p:attrNameLst>
                                          <p:attrName>ppt_x</p:attrName>
                                          <p:attrName>ppt_y</p:attrName>
                                        </p:attrNameLst>
                                      </p:cBhvr>
                                      <p:rCtr x="2565" y="0"/>
                                    </p:animMotion>
                                  </p:childTnLst>
                                </p:cTn>
                              </p:par>
                              <p:par>
                                <p:cTn id="97" presetID="10" presetClass="entr" presetSubtype="0" fill="hold" grpId="0" nodeType="withEffect">
                                  <p:stCondLst>
                                    <p:cond delay="2250"/>
                                  </p:stCondLst>
                                  <p:childTnLst>
                                    <p:set>
                                      <p:cBhvr>
                                        <p:cTn id="98" dur="1" fill="hold">
                                          <p:stCondLst>
                                            <p:cond delay="0"/>
                                          </p:stCondLst>
                                        </p:cTn>
                                        <p:tgtEl>
                                          <p:spTgt spid="51"/>
                                        </p:tgtEl>
                                        <p:attrNameLst>
                                          <p:attrName>style.visibility</p:attrName>
                                        </p:attrNameLst>
                                      </p:cBhvr>
                                      <p:to>
                                        <p:strVal val="visible"/>
                                      </p:to>
                                    </p:set>
                                    <p:animEffect transition="in" filter="fade">
                                      <p:cBhvr>
                                        <p:cTn id="99" dur="750"/>
                                        <p:tgtEl>
                                          <p:spTgt spid="51"/>
                                        </p:tgtEl>
                                      </p:cBhvr>
                                    </p:animEffect>
                                  </p:childTnLst>
                                </p:cTn>
                              </p:par>
                              <p:par>
                                <p:cTn id="100" presetID="35" presetClass="path" presetSubtype="0" decel="50000" fill="hold" grpId="1" nodeType="withEffect">
                                  <p:stCondLst>
                                    <p:cond delay="2250"/>
                                  </p:stCondLst>
                                  <p:childTnLst>
                                    <p:animMotion origin="layout" path="M 0.05404 1.85185E-6 L 1.04167E-6 1.85185E-6 " pathEditMode="relative" rAng="0" ptsTypes="AA">
                                      <p:cBhvr>
                                        <p:cTn id="101" dur="750" fill="hold"/>
                                        <p:tgtEl>
                                          <p:spTgt spid="51"/>
                                        </p:tgtEl>
                                        <p:attrNameLst>
                                          <p:attrName>ppt_x</p:attrName>
                                          <p:attrName>ppt_y</p:attrName>
                                        </p:attrNameLst>
                                      </p:cBhvr>
                                      <p:rCtr x="-2708" y="0"/>
                                    </p:animMotion>
                                  </p:childTnLst>
                                </p:cTn>
                              </p:par>
                              <p:par>
                                <p:cTn id="102" presetID="10" presetClass="entr" presetSubtype="0" fill="hold" grpId="0" nodeType="withEffect">
                                  <p:stCondLst>
                                    <p:cond delay="2250"/>
                                  </p:stCondLst>
                                  <p:childTnLst>
                                    <p:set>
                                      <p:cBhvr>
                                        <p:cTn id="103" dur="1" fill="hold">
                                          <p:stCondLst>
                                            <p:cond delay="0"/>
                                          </p:stCondLst>
                                        </p:cTn>
                                        <p:tgtEl>
                                          <p:spTgt spid="64"/>
                                        </p:tgtEl>
                                        <p:attrNameLst>
                                          <p:attrName>style.visibility</p:attrName>
                                        </p:attrNameLst>
                                      </p:cBhvr>
                                      <p:to>
                                        <p:strVal val="visible"/>
                                      </p:to>
                                    </p:set>
                                    <p:animEffect transition="in" filter="fade">
                                      <p:cBhvr>
                                        <p:cTn id="104" dur="750"/>
                                        <p:tgtEl>
                                          <p:spTgt spid="64"/>
                                        </p:tgtEl>
                                      </p:cBhvr>
                                    </p:animEffect>
                                  </p:childTnLst>
                                </p:cTn>
                              </p:par>
                              <p:par>
                                <p:cTn id="105" presetID="35" presetClass="path" presetSubtype="0" decel="50000" fill="hold" grpId="1" nodeType="withEffect">
                                  <p:stCondLst>
                                    <p:cond delay="2250"/>
                                  </p:stCondLst>
                                  <p:childTnLst>
                                    <p:animMotion origin="layout" path="M 0.05403 -3.7037E-7 L 1.875E-6 -3.7037E-7 " pathEditMode="relative" rAng="0" ptsTypes="AA">
                                      <p:cBhvr>
                                        <p:cTn id="106" dur="750" fill="hold"/>
                                        <p:tgtEl>
                                          <p:spTgt spid="64"/>
                                        </p:tgtEl>
                                        <p:attrNameLst>
                                          <p:attrName>ppt_x</p:attrName>
                                          <p:attrName>ppt_y</p:attrName>
                                        </p:attrNameLst>
                                      </p:cBhvr>
                                      <p:rCtr x="-2708" y="0"/>
                                    </p:animMotion>
                                  </p:childTnLst>
                                </p:cTn>
                              </p:par>
                              <p:par>
                                <p:cTn id="107" presetID="10" presetClass="entr" presetSubtype="0" fill="hold" nodeType="withEffect">
                                  <p:stCondLst>
                                    <p:cond delay="500"/>
                                  </p:stCondLst>
                                  <p:childTnLst>
                                    <p:set>
                                      <p:cBhvr>
                                        <p:cTn id="108" dur="1" fill="hold">
                                          <p:stCondLst>
                                            <p:cond delay="0"/>
                                          </p:stCondLst>
                                        </p:cTn>
                                        <p:tgtEl>
                                          <p:spTgt spid="18"/>
                                        </p:tgtEl>
                                        <p:attrNameLst>
                                          <p:attrName>style.visibility</p:attrName>
                                        </p:attrNameLst>
                                      </p:cBhvr>
                                      <p:to>
                                        <p:strVal val="visible"/>
                                      </p:to>
                                    </p:set>
                                    <p:animEffect transition="in" filter="fade">
                                      <p:cBhvr>
                                        <p:cTn id="109" dur="750"/>
                                        <p:tgtEl>
                                          <p:spTgt spid="18"/>
                                        </p:tgtEl>
                                      </p:cBhvr>
                                    </p:animEffect>
                                  </p:childTnLst>
                                </p:cTn>
                              </p:par>
                              <p:par>
                                <p:cTn id="110" presetID="64" presetClass="path" presetSubtype="0" decel="50667" fill="hold" nodeType="withEffect">
                                  <p:stCondLst>
                                    <p:cond delay="500"/>
                                  </p:stCondLst>
                                  <p:childTnLst>
                                    <p:animMotion origin="layout" path="M 0 0.03889 L 0 -0.14814 " pathEditMode="relative" rAng="0" ptsTypes="AA">
                                      <p:cBhvr>
                                        <p:cTn id="111" dur="750" spd="-100000" fill="hold"/>
                                        <p:tgtEl>
                                          <p:spTgt spid="18"/>
                                        </p:tgtEl>
                                        <p:attrNameLst>
                                          <p:attrName>ppt_x</p:attrName>
                                          <p:attrName>ppt_y</p:attrName>
                                        </p:attrNameLst>
                                      </p:cBhvr>
                                      <p:rCtr x="0" y="-9352"/>
                                    </p:animMotion>
                                  </p:childTnLst>
                                </p:cTn>
                              </p:par>
                              <p:par>
                                <p:cTn id="112" presetID="64" presetClass="path" presetSubtype="0" decel="50667" fill="hold" nodeType="withEffect">
                                  <p:stCondLst>
                                    <p:cond delay="1250"/>
                                  </p:stCondLst>
                                  <p:childTnLst>
                                    <p:animMotion origin="layout" path="M 0 0.03843 L 0 -4.81481E-6 " pathEditMode="relative" rAng="0" ptsTypes="AA">
                                      <p:cBhvr>
                                        <p:cTn id="113" dur="750" fill="hold"/>
                                        <p:tgtEl>
                                          <p:spTgt spid="18"/>
                                        </p:tgtEl>
                                        <p:attrNameLst>
                                          <p:attrName>ppt_x</p:attrName>
                                          <p:attrName>ppt_y</p:attrName>
                                        </p:attrNameLst>
                                      </p:cBhvr>
                                      <p:rCtr x="0" y="-1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1" grpId="1" animBg="1"/>
      <p:bldP spid="41" grpId="2" animBg="1"/>
      <p:bldP spid="51" grpId="0"/>
      <p:bldP spid="51" grpId="1"/>
      <p:bldP spid="64" grpId="0"/>
      <p:bldP spid="64" grpId="1"/>
      <p:bldP spid="73" grpId="0"/>
      <p:bldP spid="73" grpId="1"/>
      <p:bldP spid="43" grpId="0" animBg="1"/>
      <p:bldP spid="81" grpId="0" animBg="1"/>
      <p:bldP spid="82" grpId="0" animBg="1"/>
      <p:bldP spid="83" grpId="0"/>
      <p:bldP spid="83" grpId="1"/>
      <p:bldP spid="83" grpId="2"/>
      <p:bldP spid="14" grpId="0" animBg="1"/>
      <p:bldP spid="14" grpId="1" animBg="1"/>
      <p:bldP spid="19" grpId="0" animBg="1"/>
      <p:bldP spid="19" grpId="1" animBg="1"/>
      <p:bldP spid="24" grpId="0" animBg="1"/>
      <p:bldP spid="24"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1-Pictur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A86EB804-592E-4F6C-BE9B-ECB92573D8A5}"/>
              </a:ext>
            </a:extLst>
          </p:cNvPr>
          <p:cNvPicPr>
            <a:picLocks noChangeAspect="1"/>
          </p:cNvPicPr>
          <p:nvPr/>
        </p:nvPicPr>
        <p:blipFill rotWithShape="1">
          <a:blip r:embed="rId2">
            <a:extLst>
              <a:ext uri="{28A0092B-C50C-407E-A947-70E740481C1C}">
                <a14:useLocalDpi xmlns:a14="http://schemas.microsoft.com/office/drawing/2010/main" val="0"/>
              </a:ext>
            </a:extLst>
          </a:blip>
          <a:srcRect l="28036" t="-6214" r="6941" b="10654"/>
          <a:stretch/>
        </p:blipFill>
        <p:spPr>
          <a:xfrm>
            <a:off x="-1" y="1918037"/>
            <a:ext cx="12192001" cy="4939963"/>
          </a:xfrm>
          <a:prstGeom prst="rect">
            <a:avLst/>
          </a:prstGeom>
        </p:spPr>
      </p:pic>
      <p:sp>
        <p:nvSpPr>
          <p:cNvPr id="24" name="2-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04048B61-DA5D-4552-AD1D-6A7B5CA248AF}"/>
              </a:ext>
            </a:extLst>
          </p:cNvPr>
          <p:cNvSpPr/>
          <p:nvPr/>
        </p:nvSpPr>
        <p:spPr>
          <a:xfrm>
            <a:off x="2566546" y="3975213"/>
            <a:ext cx="8621612" cy="496455"/>
          </a:xfrm>
          <a:custGeom>
            <a:avLst/>
            <a:gdLst>
              <a:gd name="connsiteX0" fmla="*/ 124114 w 8621612"/>
              <a:gd name="connsiteY0" fmla="*/ 0 h 496455"/>
              <a:gd name="connsiteX1" fmla="*/ 846614 w 8621612"/>
              <a:gd name="connsiteY1" fmla="*/ 0 h 496455"/>
              <a:gd name="connsiteX2" fmla="*/ 1631014 w 8621612"/>
              <a:gd name="connsiteY2" fmla="*/ 0 h 496455"/>
              <a:gd name="connsiteX3" fmla="*/ 2353514 w 8621612"/>
              <a:gd name="connsiteY3" fmla="*/ 0 h 496455"/>
              <a:gd name="connsiteX4" fmla="*/ 5951955 w 8621612"/>
              <a:gd name="connsiteY4" fmla="*/ 0 h 496455"/>
              <a:gd name="connsiteX5" fmla="*/ 6674455 w 8621612"/>
              <a:gd name="connsiteY5" fmla="*/ 0 h 496455"/>
              <a:gd name="connsiteX6" fmla="*/ 7458855 w 8621612"/>
              <a:gd name="connsiteY6" fmla="*/ 0 h 496455"/>
              <a:gd name="connsiteX7" fmla="*/ 8181355 w 8621612"/>
              <a:gd name="connsiteY7" fmla="*/ 0 h 496455"/>
              <a:gd name="connsiteX8" fmla="*/ 8143737 w 8621612"/>
              <a:gd name="connsiteY8" fmla="*/ 150469 h 496455"/>
              <a:gd name="connsiteX9" fmla="*/ 8621612 w 8621612"/>
              <a:gd name="connsiteY9" fmla="*/ 150469 h 496455"/>
              <a:gd name="connsiteX10" fmla="*/ 8535115 w 8621612"/>
              <a:gd name="connsiteY10" fmla="*/ 496455 h 496455"/>
              <a:gd name="connsiteX11" fmla="*/ 7812615 w 8621612"/>
              <a:gd name="connsiteY11" fmla="*/ 496455 h 496455"/>
              <a:gd name="connsiteX12" fmla="*/ 7028215 w 8621612"/>
              <a:gd name="connsiteY12" fmla="*/ 496455 h 496455"/>
              <a:gd name="connsiteX13" fmla="*/ 6305715 w 8621612"/>
              <a:gd name="connsiteY13" fmla="*/ 496455 h 496455"/>
              <a:gd name="connsiteX14" fmla="*/ 2229400 w 8621612"/>
              <a:gd name="connsiteY14" fmla="*/ 496455 h 496455"/>
              <a:gd name="connsiteX15" fmla="*/ 1506900 w 8621612"/>
              <a:gd name="connsiteY15" fmla="*/ 496455 h 496455"/>
              <a:gd name="connsiteX16" fmla="*/ 722500 w 8621612"/>
              <a:gd name="connsiteY16" fmla="*/ 496455 h 496455"/>
              <a:gd name="connsiteX17" fmla="*/ 0 w 8621612"/>
              <a:gd name="connsiteY17" fmla="*/ 496455 h 4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21612" h="496455">
                <a:moveTo>
                  <a:pt x="124114" y="0"/>
                </a:moveTo>
                <a:lnTo>
                  <a:pt x="846614" y="0"/>
                </a:lnTo>
                <a:lnTo>
                  <a:pt x="1631014" y="0"/>
                </a:lnTo>
                <a:lnTo>
                  <a:pt x="2353514" y="0"/>
                </a:lnTo>
                <a:lnTo>
                  <a:pt x="5951955" y="0"/>
                </a:lnTo>
                <a:lnTo>
                  <a:pt x="6674455" y="0"/>
                </a:lnTo>
                <a:lnTo>
                  <a:pt x="7458855" y="0"/>
                </a:lnTo>
                <a:lnTo>
                  <a:pt x="8181355" y="0"/>
                </a:lnTo>
                <a:lnTo>
                  <a:pt x="8143737" y="150469"/>
                </a:lnTo>
                <a:lnTo>
                  <a:pt x="8621612" y="150469"/>
                </a:lnTo>
                <a:lnTo>
                  <a:pt x="8535115" y="496455"/>
                </a:lnTo>
                <a:lnTo>
                  <a:pt x="7812615" y="496455"/>
                </a:lnTo>
                <a:lnTo>
                  <a:pt x="7028215" y="496455"/>
                </a:lnTo>
                <a:lnTo>
                  <a:pt x="6305715" y="496455"/>
                </a:lnTo>
                <a:lnTo>
                  <a:pt x="2229400" y="496455"/>
                </a:lnTo>
                <a:lnTo>
                  <a:pt x="1506900" y="496455"/>
                </a:lnTo>
                <a:lnTo>
                  <a:pt x="722500" y="496455"/>
                </a:lnTo>
                <a:lnTo>
                  <a:pt x="0" y="496455"/>
                </a:lnTo>
                <a:close/>
              </a:path>
            </a:pathLst>
          </a:custGeom>
          <a:gradFill flip="none" rotWithShape="1">
            <a:gsLst>
              <a:gs pos="25000">
                <a:schemeClr val="accent1"/>
              </a:gs>
              <a:gs pos="100000">
                <a:schemeClr val="accent2"/>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285750" indent="-285750">
              <a:buFont typeface="Arial" panose="020B0604020202020204" pitchFamily="34" charset="0"/>
              <a:buChar char="•"/>
            </a:pPr>
            <a:r>
              <a:rPr lang="en-US" sz="1400" dirty="0"/>
              <a:t>The main takeaway is that strong results depend not only on the neural network but also on reliable alignment between the physical sheet and the digital template, which is why calibration, drift awareness, and confidence-based review are important parts of the design. The system is well suited as a Computer Vision project that balances OpenCV skills with machine learning practice; future work could extend it with better </a:t>
            </a:r>
            <a:r>
              <a:rPr lang="en-US" sz="1400" dirty="0" err="1"/>
              <a:t>dewarping</a:t>
            </a:r>
            <a:r>
              <a:rPr lang="en-US" sz="1400" dirty="0"/>
              <a:t>, support for multiple layouts, and continuous improvement from human-corrected review items for deployment in more demanding real-world conditions.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b="1" dirty="0"/>
          </a:p>
          <a:p>
            <a:pPr marL="285750" lvl="0" indent="-285750">
              <a:buFont typeface="Arial" panose="020B0604020202020204" pitchFamily="34" charset="0"/>
              <a:buChar char="•"/>
            </a:pPr>
            <a:endParaRPr lang="en-US" dirty="0"/>
          </a:p>
        </p:txBody>
      </p:sp>
      <p:cxnSp>
        <p:nvCxnSpPr>
          <p:cNvPr id="5" name="4-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56DE366-29EA-4584-8309-300EE8C4A59B}"/>
              </a:ext>
            </a:extLst>
          </p:cNvPr>
          <p:cNvCxnSpPr/>
          <p:nvPr/>
        </p:nvCxnSpPr>
        <p:spPr>
          <a:xfrm flipH="1">
            <a:off x="291110" y="6163469"/>
            <a:ext cx="80978" cy="0"/>
          </a:xfrm>
          <a:prstGeom prst="line">
            <a:avLst/>
          </a:prstGeom>
          <a:ln w="15875">
            <a:solidFill>
              <a:schemeClr val="bg1">
                <a:alpha val="71000"/>
              </a:schemeClr>
            </a:solidFill>
          </a:ln>
        </p:spPr>
        <p:style>
          <a:lnRef idx="1">
            <a:schemeClr val="accent1"/>
          </a:lnRef>
          <a:fillRef idx="0">
            <a:schemeClr val="accent1"/>
          </a:fillRef>
          <a:effectRef idx="0">
            <a:schemeClr val="accent1"/>
          </a:effectRef>
          <a:fontRef idx="minor">
            <a:schemeClr val="tx1"/>
          </a:fontRef>
        </p:style>
      </p:cxnSp>
      <p:grpSp>
        <p:nvGrpSpPr>
          <p:cNvPr id="7" name="6-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31FABF9-F392-4CE2-96F0-CF3F9D04ED79}"/>
              </a:ext>
            </a:extLst>
          </p:cNvPr>
          <p:cNvGrpSpPr/>
          <p:nvPr/>
        </p:nvGrpSpPr>
        <p:grpSpPr>
          <a:xfrm>
            <a:off x="11448220" y="6457950"/>
            <a:ext cx="389341" cy="158390"/>
            <a:chOff x="1031829" y="6375400"/>
            <a:chExt cx="389341" cy="158390"/>
          </a:xfrm>
          <a:gradFill>
            <a:gsLst>
              <a:gs pos="55000">
                <a:schemeClr val="accent1"/>
              </a:gs>
              <a:gs pos="100000">
                <a:schemeClr val="accent2"/>
              </a:gs>
            </a:gsLst>
            <a:lin ang="0" scaled="1"/>
          </a:gradFill>
        </p:grpSpPr>
        <p:sp>
          <p:nvSpPr>
            <p:cNvPr id="8" name="6-1-Freeform">
              <a:extLst>
                <a:ext uri="{FF2B5EF4-FFF2-40B4-BE49-F238E27FC236}">
                  <a16:creationId xmlns:a16="http://schemas.microsoft.com/office/drawing/2014/main" id="{EBBE2505-2E8E-4756-B00A-67E093EECE0F}"/>
                </a:ext>
              </a:extLst>
            </p:cNvPr>
            <p:cNvSpPr/>
            <p:nvPr/>
          </p:nvSpPr>
          <p:spPr>
            <a:xfrm>
              <a:off x="1031829" y="6410442"/>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6-2-Freeform">
              <a:extLst>
                <a:ext uri="{FF2B5EF4-FFF2-40B4-BE49-F238E27FC236}">
                  <a16:creationId xmlns:a16="http://schemas.microsoft.com/office/drawing/2014/main" id="{F5157A1A-B926-4091-A560-1DFE64B35A37}"/>
                </a:ext>
              </a:extLst>
            </p:cNvPr>
            <p:cNvSpPr/>
            <p:nvPr/>
          </p:nvSpPr>
          <p:spPr>
            <a:xfrm>
              <a:off x="1132982" y="6375400"/>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0" name="6-3-Freeform">
              <a:extLst>
                <a:ext uri="{FF2B5EF4-FFF2-40B4-BE49-F238E27FC236}">
                  <a16:creationId xmlns:a16="http://schemas.microsoft.com/office/drawing/2014/main" id="{C19AC436-78A4-4078-80DA-0679F39D8902}"/>
                </a:ext>
              </a:extLst>
            </p:cNvPr>
            <p:cNvSpPr/>
            <p:nvPr/>
          </p:nvSpPr>
          <p:spPr>
            <a:xfrm>
              <a:off x="1193248" y="6410442"/>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6-4-Freeform">
              <a:extLst>
                <a:ext uri="{FF2B5EF4-FFF2-40B4-BE49-F238E27FC236}">
                  <a16:creationId xmlns:a16="http://schemas.microsoft.com/office/drawing/2014/main" id="{486AC86E-2598-4359-ABC9-B8A108366C73}"/>
                </a:ext>
              </a:extLst>
            </p:cNvPr>
            <p:cNvSpPr/>
            <p:nvPr/>
          </p:nvSpPr>
          <p:spPr>
            <a:xfrm>
              <a:off x="1294401" y="6375400"/>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6-5-RightTriangle">
              <a:extLst>
                <a:ext uri="{FF2B5EF4-FFF2-40B4-BE49-F238E27FC236}">
                  <a16:creationId xmlns:a16="http://schemas.microsoft.com/office/drawing/2014/main" id="{59717353-DAFB-4886-B87E-4BD5A1EE6823}"/>
                </a:ext>
              </a:extLst>
            </p:cNvPr>
            <p:cNvSpPr/>
            <p:nvPr/>
          </p:nvSpPr>
          <p:spPr>
            <a:xfrm flipH="1">
              <a:off x="1375110" y="6410442"/>
              <a:ext cx="46060" cy="88306"/>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14" name="8-TextBox"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5DABF686-66F8-460B-8EC5-549F361E2A2C}"/>
              </a:ext>
            </a:extLst>
          </p:cNvPr>
          <p:cNvSpPr txBox="1"/>
          <p:nvPr/>
        </p:nvSpPr>
        <p:spPr>
          <a:xfrm>
            <a:off x="4613713" y="194826"/>
            <a:ext cx="2964571" cy="710067"/>
          </a:xfrm>
          <a:prstGeom prst="rect">
            <a:avLst/>
          </a:prstGeom>
          <a:noFill/>
        </p:spPr>
        <p:txBody>
          <a:bodyPr wrap="none" lIns="90000" tIns="46800" rIns="90000" bIns="468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4000" b="1" i="1" dirty="0">
                <a:solidFill>
                  <a:srgbClr val="FFFFFF"/>
                </a:solidFill>
                <a:latin typeface="+mj-lt"/>
                <a:ea typeface="+mj-ea"/>
                <a:cs typeface="+mn-ea"/>
                <a:sym typeface="+mn-lt"/>
              </a:rPr>
              <a:t>Conclusion</a:t>
            </a:r>
            <a:endParaRPr kumimoji="0" lang="zh-CN" altLang="en-US" sz="4000" b="1" i="1" u="none" strike="noStrike" kern="1200" cap="none" spc="0" normalizeH="0" baseline="0" noProof="0" dirty="0">
              <a:ln>
                <a:noFill/>
              </a:ln>
              <a:solidFill>
                <a:srgbClr val="FFFFFF"/>
              </a:solidFill>
              <a:effectLst/>
              <a:uLnTx/>
              <a:uFillTx/>
              <a:latin typeface="+mj-lt"/>
              <a:ea typeface="+mj-ea"/>
              <a:cs typeface="+mn-ea"/>
              <a:sym typeface="+mn-lt"/>
            </a:endParaRPr>
          </a:p>
        </p:txBody>
      </p:sp>
      <p:sp>
        <p:nvSpPr>
          <p:cNvPr id="15" name="9-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A5C08BCB-678B-488B-A536-EAC0E35B6E98}"/>
              </a:ext>
            </a:extLst>
          </p:cNvPr>
          <p:cNvSpPr/>
          <p:nvPr/>
        </p:nvSpPr>
        <p:spPr>
          <a:xfrm>
            <a:off x="2814521" y="3465431"/>
            <a:ext cx="515492" cy="150469"/>
          </a:xfrm>
          <a:custGeom>
            <a:avLst/>
            <a:gdLst>
              <a:gd name="connsiteX0" fmla="*/ 37618 w 515492"/>
              <a:gd name="connsiteY0" fmla="*/ 0 h 150469"/>
              <a:gd name="connsiteX1" fmla="*/ 515492 w 515492"/>
              <a:gd name="connsiteY1" fmla="*/ 0 h 150469"/>
              <a:gd name="connsiteX2" fmla="*/ 477875 w 515492"/>
              <a:gd name="connsiteY2" fmla="*/ 150469 h 150469"/>
              <a:gd name="connsiteX3" fmla="*/ 0 w 515492"/>
              <a:gd name="connsiteY3" fmla="*/ 150469 h 150469"/>
              <a:gd name="connsiteX4" fmla="*/ 37618 w 515492"/>
              <a:gd name="connsiteY4" fmla="*/ 0 h 150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492" h="150469">
                <a:moveTo>
                  <a:pt x="37618" y="0"/>
                </a:moveTo>
                <a:lnTo>
                  <a:pt x="515492" y="0"/>
                </a:lnTo>
                <a:lnTo>
                  <a:pt x="477875" y="150469"/>
                </a:lnTo>
                <a:lnTo>
                  <a:pt x="0" y="150469"/>
                </a:lnTo>
                <a:lnTo>
                  <a:pt x="37618" y="0"/>
                </a:lnTo>
                <a:close/>
              </a:path>
            </a:pathLst>
          </a:custGeom>
          <a:gradFill>
            <a:gsLst>
              <a:gs pos="25000">
                <a:schemeClr val="accent1">
                  <a:alpha val="39000"/>
                </a:schemeClr>
              </a:gs>
              <a:gs pos="100000">
                <a:schemeClr val="accent2">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6" name="10-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4BADB5CD-673E-4B1A-8A01-A5E1B60595EA}"/>
              </a:ext>
            </a:extLst>
          </p:cNvPr>
          <p:cNvSpPr/>
          <p:nvPr/>
        </p:nvSpPr>
        <p:spPr>
          <a:xfrm>
            <a:off x="2694901" y="3259716"/>
            <a:ext cx="515492" cy="150469"/>
          </a:xfrm>
          <a:custGeom>
            <a:avLst/>
            <a:gdLst>
              <a:gd name="connsiteX0" fmla="*/ 37618 w 515492"/>
              <a:gd name="connsiteY0" fmla="*/ 0 h 150469"/>
              <a:gd name="connsiteX1" fmla="*/ 515492 w 515492"/>
              <a:gd name="connsiteY1" fmla="*/ 0 h 150469"/>
              <a:gd name="connsiteX2" fmla="*/ 477875 w 515492"/>
              <a:gd name="connsiteY2" fmla="*/ 150469 h 150469"/>
              <a:gd name="connsiteX3" fmla="*/ 0 w 515492"/>
              <a:gd name="connsiteY3" fmla="*/ 150469 h 150469"/>
              <a:gd name="connsiteX4" fmla="*/ 37618 w 515492"/>
              <a:gd name="connsiteY4" fmla="*/ 0 h 150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492" h="150469">
                <a:moveTo>
                  <a:pt x="37618" y="0"/>
                </a:moveTo>
                <a:lnTo>
                  <a:pt x="515492" y="0"/>
                </a:lnTo>
                <a:lnTo>
                  <a:pt x="477875" y="150469"/>
                </a:lnTo>
                <a:lnTo>
                  <a:pt x="0" y="150469"/>
                </a:lnTo>
                <a:lnTo>
                  <a:pt x="37618" y="0"/>
                </a:lnTo>
                <a:close/>
              </a:path>
            </a:pathLst>
          </a:custGeom>
          <a:gradFill>
            <a:gsLst>
              <a:gs pos="25000">
                <a:schemeClr val="accent1">
                  <a:alpha val="66000"/>
                </a:schemeClr>
              </a:gs>
              <a:gs pos="100000">
                <a:schemeClr val="accent2">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5" name="13-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2B6A6C7E-EB63-4633-98AD-40D97BD38062}"/>
              </a:ext>
            </a:extLst>
          </p:cNvPr>
          <p:cNvSpPr/>
          <p:nvPr/>
        </p:nvSpPr>
        <p:spPr>
          <a:xfrm>
            <a:off x="10926716" y="3494143"/>
            <a:ext cx="155683" cy="197842"/>
          </a:xfrm>
          <a:custGeom>
            <a:avLst/>
            <a:gdLst>
              <a:gd name="connsiteX0" fmla="*/ 86497 w 272259"/>
              <a:gd name="connsiteY0" fmla="*/ 0 h 345986"/>
              <a:gd name="connsiteX1" fmla="*/ 272259 w 272259"/>
              <a:gd name="connsiteY1" fmla="*/ 0 h 345986"/>
              <a:gd name="connsiteX2" fmla="*/ 185762 w 272259"/>
              <a:gd name="connsiteY2" fmla="*/ 345986 h 345986"/>
              <a:gd name="connsiteX3" fmla="*/ 0 w 272259"/>
              <a:gd name="connsiteY3" fmla="*/ 345986 h 345986"/>
            </a:gdLst>
            <a:ahLst/>
            <a:cxnLst>
              <a:cxn ang="0">
                <a:pos x="connsiteX0" y="connsiteY0"/>
              </a:cxn>
              <a:cxn ang="0">
                <a:pos x="connsiteX1" y="connsiteY1"/>
              </a:cxn>
              <a:cxn ang="0">
                <a:pos x="connsiteX2" y="connsiteY2"/>
              </a:cxn>
              <a:cxn ang="0">
                <a:pos x="connsiteX3" y="connsiteY3"/>
              </a:cxn>
            </a:cxnLst>
            <a:rect l="l" t="t" r="r" b="b"/>
            <a:pathLst>
              <a:path w="272259" h="345986">
                <a:moveTo>
                  <a:pt x="86497" y="0"/>
                </a:moveTo>
                <a:lnTo>
                  <a:pt x="272259" y="0"/>
                </a:lnTo>
                <a:lnTo>
                  <a:pt x="185762" y="345986"/>
                </a:lnTo>
                <a:lnTo>
                  <a:pt x="0" y="345986"/>
                </a:lnTo>
                <a:close/>
              </a:path>
            </a:pathLst>
          </a:custGeom>
          <a:solidFill>
            <a:schemeClr val="accent2">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6" name="14-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0F70862D-3F9D-46AD-BC57-7C68D52A8FC8}"/>
              </a:ext>
            </a:extLst>
          </p:cNvPr>
          <p:cNvSpPr/>
          <p:nvPr/>
        </p:nvSpPr>
        <p:spPr>
          <a:xfrm>
            <a:off x="10755111" y="3645768"/>
            <a:ext cx="65588" cy="83349"/>
          </a:xfrm>
          <a:custGeom>
            <a:avLst/>
            <a:gdLst>
              <a:gd name="connsiteX0" fmla="*/ 86497 w 272259"/>
              <a:gd name="connsiteY0" fmla="*/ 0 h 345986"/>
              <a:gd name="connsiteX1" fmla="*/ 272259 w 272259"/>
              <a:gd name="connsiteY1" fmla="*/ 0 h 345986"/>
              <a:gd name="connsiteX2" fmla="*/ 185762 w 272259"/>
              <a:gd name="connsiteY2" fmla="*/ 345986 h 345986"/>
              <a:gd name="connsiteX3" fmla="*/ 0 w 272259"/>
              <a:gd name="connsiteY3" fmla="*/ 345986 h 345986"/>
            </a:gdLst>
            <a:ahLst/>
            <a:cxnLst>
              <a:cxn ang="0">
                <a:pos x="connsiteX0" y="connsiteY0"/>
              </a:cxn>
              <a:cxn ang="0">
                <a:pos x="connsiteX1" y="connsiteY1"/>
              </a:cxn>
              <a:cxn ang="0">
                <a:pos x="connsiteX2" y="connsiteY2"/>
              </a:cxn>
              <a:cxn ang="0">
                <a:pos x="connsiteX3" y="connsiteY3"/>
              </a:cxn>
            </a:cxnLst>
            <a:rect l="l" t="t" r="r" b="b"/>
            <a:pathLst>
              <a:path w="272259" h="345986">
                <a:moveTo>
                  <a:pt x="86497" y="0"/>
                </a:moveTo>
                <a:lnTo>
                  <a:pt x="272259" y="0"/>
                </a:lnTo>
                <a:lnTo>
                  <a:pt x="185762" y="345986"/>
                </a:lnTo>
                <a:lnTo>
                  <a:pt x="0" y="345986"/>
                </a:lnTo>
                <a:close/>
              </a:path>
            </a:pathLst>
          </a:custGeom>
          <a:solidFill>
            <a:schemeClr val="accent2">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7" name="15-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CF03C105-6EAC-457C-9328-F26D10142D64}"/>
              </a:ext>
            </a:extLst>
          </p:cNvPr>
          <p:cNvSpPr/>
          <p:nvPr/>
        </p:nvSpPr>
        <p:spPr>
          <a:xfrm>
            <a:off x="10775181" y="3593064"/>
            <a:ext cx="127661" cy="162232"/>
          </a:xfrm>
          <a:custGeom>
            <a:avLst/>
            <a:gdLst>
              <a:gd name="connsiteX0" fmla="*/ 86497 w 272259"/>
              <a:gd name="connsiteY0" fmla="*/ 0 h 345986"/>
              <a:gd name="connsiteX1" fmla="*/ 272259 w 272259"/>
              <a:gd name="connsiteY1" fmla="*/ 0 h 345986"/>
              <a:gd name="connsiteX2" fmla="*/ 185762 w 272259"/>
              <a:gd name="connsiteY2" fmla="*/ 345986 h 345986"/>
              <a:gd name="connsiteX3" fmla="*/ 0 w 272259"/>
              <a:gd name="connsiteY3" fmla="*/ 345986 h 345986"/>
            </a:gdLst>
            <a:ahLst/>
            <a:cxnLst>
              <a:cxn ang="0">
                <a:pos x="connsiteX0" y="connsiteY0"/>
              </a:cxn>
              <a:cxn ang="0">
                <a:pos x="connsiteX1" y="connsiteY1"/>
              </a:cxn>
              <a:cxn ang="0">
                <a:pos x="connsiteX2" y="connsiteY2"/>
              </a:cxn>
              <a:cxn ang="0">
                <a:pos x="connsiteX3" y="connsiteY3"/>
              </a:cxn>
            </a:cxnLst>
            <a:rect l="l" t="t" r="r" b="b"/>
            <a:pathLst>
              <a:path w="272259" h="345986">
                <a:moveTo>
                  <a:pt x="86497" y="0"/>
                </a:moveTo>
                <a:lnTo>
                  <a:pt x="272259" y="0"/>
                </a:lnTo>
                <a:lnTo>
                  <a:pt x="185762" y="345986"/>
                </a:lnTo>
                <a:lnTo>
                  <a:pt x="0" y="345986"/>
                </a:lnTo>
                <a:close/>
              </a:path>
            </a:pathLst>
          </a:custGeom>
          <a:solidFill>
            <a:schemeClr val="accent2">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pic>
        <p:nvPicPr>
          <p:cNvPr id="30" name="16-Pictur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64724A42-D66C-4CB6-A116-66036571EAB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1590" t="36296" r="38326" b="21590"/>
          <a:stretch/>
        </p:blipFill>
        <p:spPr>
          <a:xfrm>
            <a:off x="1578380" y="849085"/>
            <a:ext cx="3711803" cy="2888131"/>
          </a:xfrm>
          <a:prstGeom prst="rect">
            <a:avLst/>
          </a:prstGeom>
          <a:effectLst>
            <a:softEdge rad="571500"/>
          </a:effectLst>
        </p:spPr>
      </p:pic>
    </p:spTree>
    <p:extLst>
      <p:ext uri="{BB962C8B-B14F-4D97-AF65-F5344CB8AC3E}">
        <p14:creationId xmlns:p14="http://schemas.microsoft.com/office/powerpoint/2010/main" val="1251158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50"/>
                                        <p:tgtEl>
                                          <p:spTgt spid="5"/>
                                        </p:tgtEl>
                                      </p:cBhvr>
                                    </p:animEffect>
                                  </p:childTnLst>
                                </p:cTn>
                              </p:par>
                              <p:par>
                                <p:cTn id="8" presetID="10" presetClass="entr" presetSubtype="0" fill="hold" grpId="0" nodeType="withEffect">
                                  <p:stCondLst>
                                    <p:cond delay="7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750"/>
                                        <p:tgtEl>
                                          <p:spTgt spid="16"/>
                                        </p:tgtEl>
                                      </p:cBhvr>
                                    </p:animEffect>
                                  </p:childTnLst>
                                </p:cTn>
                              </p:par>
                              <p:par>
                                <p:cTn id="11" presetID="35" presetClass="path" presetSubtype="0" decel="50000" fill="hold" grpId="1" nodeType="withEffect">
                                  <p:stCondLst>
                                    <p:cond delay="750"/>
                                  </p:stCondLst>
                                  <p:childTnLst>
                                    <p:animMotion origin="layout" path="M -0.0513 -1.11111E-6 L 2.5E-6 -1.11111E-6 " pathEditMode="relative" rAng="0" ptsTypes="AA">
                                      <p:cBhvr>
                                        <p:cTn id="12" dur="750" fill="hold"/>
                                        <p:tgtEl>
                                          <p:spTgt spid="16"/>
                                        </p:tgtEl>
                                        <p:attrNameLst>
                                          <p:attrName>ppt_x</p:attrName>
                                          <p:attrName>ppt_y</p:attrName>
                                        </p:attrNameLst>
                                      </p:cBhvr>
                                      <p:rCtr x="2565" y="0"/>
                                    </p:animMotion>
                                  </p:childTnLst>
                                </p:cTn>
                              </p:par>
                              <p:par>
                                <p:cTn id="13" presetID="10" presetClass="entr" presetSubtype="0" fill="hold" grpId="0" nodeType="withEffect">
                                  <p:stCondLst>
                                    <p:cond delay="125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50"/>
                                        <p:tgtEl>
                                          <p:spTgt spid="15"/>
                                        </p:tgtEl>
                                      </p:cBhvr>
                                    </p:animEffect>
                                  </p:childTnLst>
                                </p:cTn>
                              </p:par>
                              <p:par>
                                <p:cTn id="16" presetID="35" presetClass="path" presetSubtype="0" decel="50000" fill="hold" grpId="1" nodeType="withEffect">
                                  <p:stCondLst>
                                    <p:cond delay="1250"/>
                                  </p:stCondLst>
                                  <p:childTnLst>
                                    <p:animMotion origin="layout" path="M -0.0513 -3.7037E-6 L -3.125E-6 -3.7037E-6 " pathEditMode="relative" rAng="0" ptsTypes="AA">
                                      <p:cBhvr>
                                        <p:cTn id="17" dur="750" fill="hold"/>
                                        <p:tgtEl>
                                          <p:spTgt spid="15"/>
                                        </p:tgtEl>
                                        <p:attrNameLst>
                                          <p:attrName>ppt_x</p:attrName>
                                          <p:attrName>ppt_y</p:attrName>
                                        </p:attrNameLst>
                                      </p:cBhvr>
                                      <p:rCtr x="2565" y="0"/>
                                    </p:animMotion>
                                  </p:childTnLst>
                                </p:cTn>
                              </p:par>
                              <p:par>
                                <p:cTn id="18" presetID="10" presetClass="entr" presetSubtype="0" fill="hold" grpId="0" nodeType="withEffect">
                                  <p:stCondLst>
                                    <p:cond delay="7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1500"/>
                                        <p:tgtEl>
                                          <p:spTgt spid="14"/>
                                        </p:tgtEl>
                                      </p:cBhvr>
                                    </p:animEffect>
                                  </p:childTnLst>
                                </p:cTn>
                              </p:par>
                              <p:par>
                                <p:cTn id="21" presetID="6" presetClass="emph" presetSubtype="0" decel="50000" fill="hold" grpId="1" nodeType="withEffect">
                                  <p:stCondLst>
                                    <p:cond delay="750"/>
                                  </p:stCondLst>
                                  <p:childTnLst>
                                    <p:animScale>
                                      <p:cBhvr>
                                        <p:cTn id="22" dur="1500" fill="hold"/>
                                        <p:tgtEl>
                                          <p:spTgt spid="14"/>
                                        </p:tgtEl>
                                      </p:cBhvr>
                                      <p:by x="150000" y="150000"/>
                                      <p:from x="253226" y="253226"/>
                                      <p:to x="100000" y="100000"/>
                                    </p:animScale>
                                  </p:childTnLst>
                                </p:cTn>
                              </p:par>
                              <p:par>
                                <p:cTn id="23" presetID="10" presetClass="entr" presetSubtype="0" fill="hold" grpId="0" nodeType="withEffect">
                                  <p:stCondLst>
                                    <p:cond delay="125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750"/>
                                        <p:tgtEl>
                                          <p:spTgt spid="25"/>
                                        </p:tgtEl>
                                      </p:cBhvr>
                                    </p:animEffect>
                                  </p:childTnLst>
                                </p:cTn>
                              </p:par>
                              <p:par>
                                <p:cTn id="26" presetID="35" presetClass="path" presetSubtype="0" decel="50000" fill="hold" grpId="1" nodeType="withEffect">
                                  <p:stCondLst>
                                    <p:cond delay="1250"/>
                                  </p:stCondLst>
                                  <p:childTnLst>
                                    <p:animMotion origin="layout" path="M 0.05404 -2.59259E-6 L -4.16667E-6 -2.59259E-6 " pathEditMode="relative" rAng="0" ptsTypes="AA">
                                      <p:cBhvr>
                                        <p:cTn id="27" dur="750" fill="hold"/>
                                        <p:tgtEl>
                                          <p:spTgt spid="25"/>
                                        </p:tgtEl>
                                        <p:attrNameLst>
                                          <p:attrName>ppt_x</p:attrName>
                                          <p:attrName>ppt_y</p:attrName>
                                        </p:attrNameLst>
                                      </p:cBhvr>
                                      <p:rCtr x="-2708" y="0"/>
                                    </p:animMotion>
                                  </p:childTnLst>
                                </p:cTn>
                              </p:par>
                              <p:par>
                                <p:cTn id="28" presetID="10" presetClass="entr" presetSubtype="0" fill="hold" grpId="0" nodeType="withEffect">
                                  <p:stCondLst>
                                    <p:cond delay="145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750"/>
                                        <p:tgtEl>
                                          <p:spTgt spid="26"/>
                                        </p:tgtEl>
                                      </p:cBhvr>
                                    </p:animEffect>
                                  </p:childTnLst>
                                </p:cTn>
                              </p:par>
                              <p:par>
                                <p:cTn id="31" presetID="35" presetClass="path" presetSubtype="0" decel="50000" fill="hold" grpId="1" nodeType="withEffect">
                                  <p:stCondLst>
                                    <p:cond delay="1450"/>
                                  </p:stCondLst>
                                  <p:childTnLst>
                                    <p:animMotion origin="layout" path="M 0.05403 -1.48148E-6 L 4.375E-6 -1.48148E-6 " pathEditMode="relative" rAng="0" ptsTypes="AA">
                                      <p:cBhvr>
                                        <p:cTn id="32" dur="750" fill="hold"/>
                                        <p:tgtEl>
                                          <p:spTgt spid="26"/>
                                        </p:tgtEl>
                                        <p:attrNameLst>
                                          <p:attrName>ppt_x</p:attrName>
                                          <p:attrName>ppt_y</p:attrName>
                                        </p:attrNameLst>
                                      </p:cBhvr>
                                      <p:rCtr x="-2708" y="0"/>
                                    </p:animMotion>
                                  </p:childTnLst>
                                </p:cTn>
                              </p:par>
                              <p:par>
                                <p:cTn id="33" presetID="10" presetClass="entr" presetSubtype="0" fill="hold" grpId="0" nodeType="withEffect">
                                  <p:stCondLst>
                                    <p:cond delay="165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750"/>
                                        <p:tgtEl>
                                          <p:spTgt spid="27"/>
                                        </p:tgtEl>
                                      </p:cBhvr>
                                    </p:animEffect>
                                  </p:childTnLst>
                                </p:cTn>
                              </p:par>
                              <p:par>
                                <p:cTn id="36" presetID="35" presetClass="path" presetSubtype="0" decel="50000" fill="hold" grpId="1" nodeType="withEffect">
                                  <p:stCondLst>
                                    <p:cond delay="1650"/>
                                  </p:stCondLst>
                                  <p:childTnLst>
                                    <p:animMotion origin="layout" path="M 0.05404 1.85185E-6 L -2.5E-6 1.85185E-6 " pathEditMode="relative" rAng="0" ptsTypes="AA">
                                      <p:cBhvr>
                                        <p:cTn id="37" dur="750" fill="hold"/>
                                        <p:tgtEl>
                                          <p:spTgt spid="27"/>
                                        </p:tgtEl>
                                        <p:attrNameLst>
                                          <p:attrName>ppt_x</p:attrName>
                                          <p:attrName>ppt_y</p:attrName>
                                        </p:attrNameLst>
                                      </p:cBhvr>
                                      <p:rCtr x="-2708" y="0"/>
                                    </p:animMotion>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750"/>
                                        <p:tgtEl>
                                          <p:spTgt spid="24"/>
                                        </p:tgtEl>
                                      </p:cBhvr>
                                    </p:animEffect>
                                  </p:childTnLst>
                                </p:cTn>
                              </p:par>
                              <p:par>
                                <p:cTn id="41" presetID="63" presetClass="path" presetSubtype="0" decel="50000" fill="hold" grpId="1" nodeType="withEffect">
                                  <p:stCondLst>
                                    <p:cond delay="0"/>
                                  </p:stCondLst>
                                  <p:childTnLst>
                                    <p:animMotion origin="layout" path="M -0.01562 -7.40741E-7 L 0.11081 -7.40741E-7 " pathEditMode="relative" rAng="0" ptsTypes="AA">
                                      <p:cBhvr>
                                        <p:cTn id="42" dur="750" spd="-100000" fill="hold"/>
                                        <p:tgtEl>
                                          <p:spTgt spid="24"/>
                                        </p:tgtEl>
                                        <p:attrNameLst>
                                          <p:attrName>ppt_x</p:attrName>
                                          <p:attrName>ppt_y</p:attrName>
                                        </p:attrNameLst>
                                      </p:cBhvr>
                                      <p:rCtr x="6315" y="0"/>
                                    </p:animMotion>
                                  </p:childTnLst>
                                </p:cTn>
                              </p:par>
                              <p:par>
                                <p:cTn id="43" presetID="35" presetClass="path" presetSubtype="0" decel="50000" fill="hold" grpId="2" nodeType="withEffect">
                                  <p:stCondLst>
                                    <p:cond delay="750"/>
                                  </p:stCondLst>
                                  <p:childTnLst>
                                    <p:animMotion origin="layout" path="M -0.01562 -7.40741E-7 L -2.5E-6 -7.40741E-7 " pathEditMode="relative" rAng="0" ptsTypes="AA">
                                      <p:cBhvr>
                                        <p:cTn id="44" dur="750" fill="hold"/>
                                        <p:tgtEl>
                                          <p:spTgt spid="24"/>
                                        </p:tgtEl>
                                        <p:attrNameLst>
                                          <p:attrName>ppt_x</p:attrName>
                                          <p:attrName>ppt_y</p:attrName>
                                        </p:attrNameLst>
                                      </p:cBhvr>
                                      <p:rCtr x="781" y="0"/>
                                    </p:animMotion>
                                  </p:childTnLst>
                                </p:cTn>
                              </p:par>
                              <p:par>
                                <p:cTn id="45" presetID="10" presetClass="entr" presetSubtype="0" fill="hold" nodeType="with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750"/>
                                        <p:tgtEl>
                                          <p:spTgt spid="3"/>
                                        </p:tgtEl>
                                      </p:cBhvr>
                                    </p:animEffect>
                                  </p:childTnLst>
                                </p:cTn>
                              </p:par>
                              <p:par>
                                <p:cTn id="48" presetID="64" presetClass="path" presetSubtype="0" decel="50667" fill="hold" nodeType="withEffect">
                                  <p:stCondLst>
                                    <p:cond delay="0"/>
                                  </p:stCondLst>
                                  <p:childTnLst>
                                    <p:animMotion origin="layout" path="M 0 0.0588 L 0 -4.81481E-6 " pathEditMode="relative" rAng="0" ptsTypes="AA">
                                      <p:cBhvr>
                                        <p:cTn id="49" dur="2000" fill="hold"/>
                                        <p:tgtEl>
                                          <p:spTgt spid="3"/>
                                        </p:tgtEl>
                                        <p:attrNameLst>
                                          <p:attrName>ppt_x</p:attrName>
                                          <p:attrName>ppt_y</p:attrName>
                                        </p:attrNameLst>
                                      </p:cBhvr>
                                      <p:rCtr x="0" y="-2940"/>
                                    </p:animMotion>
                                  </p:childTnLst>
                                </p:cTn>
                              </p:par>
                              <p:par>
                                <p:cTn id="50" presetID="10" presetClass="entr" presetSubtype="0" fill="hold" nodeType="withEffect">
                                  <p:stCondLst>
                                    <p:cond delay="200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1000"/>
                                        <p:tgtEl>
                                          <p:spTgt spid="30"/>
                                        </p:tgtEl>
                                      </p:cBhvr>
                                    </p:animEffect>
                                  </p:childTnLst>
                                </p:cTn>
                              </p:par>
                              <p:par>
                                <p:cTn id="53" presetID="6" presetClass="emph" presetSubtype="0" decel="50000" fill="hold" nodeType="withEffect">
                                  <p:stCondLst>
                                    <p:cond delay="2000"/>
                                  </p:stCondLst>
                                  <p:childTnLst>
                                    <p:animScale>
                                      <p:cBhvr>
                                        <p:cTn id="54" dur="1000" fill="hold"/>
                                        <p:tgtEl>
                                          <p:spTgt spid="30"/>
                                        </p:tgtEl>
                                      </p:cBhvr>
                                      <p:by x="150000" y="150000"/>
                                      <p:from x="70000" y="70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24" grpId="2" animBg="1"/>
      <p:bldP spid="14" grpId="0"/>
      <p:bldP spid="14" grpId="1"/>
      <p:bldP spid="15" grpId="0" animBg="1"/>
      <p:bldP spid="15" grpId="1" animBg="1"/>
      <p:bldP spid="16" grpId="0" animBg="1"/>
      <p:bldP spid="16" grpId="1" animBg="1"/>
      <p:bldP spid="25" grpId="0" animBg="1"/>
      <p:bldP spid="25" grpId="1" animBg="1"/>
      <p:bldP spid="26" grpId="0" animBg="1"/>
      <p:bldP spid="26" grpId="1" animBg="1"/>
      <p:bldP spid="27" grpId="0" animBg="1"/>
      <p:bldP spid="27"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1-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CF74C78-D234-433F-ACC2-663CABA943FE}"/>
              </a:ext>
            </a:extLst>
          </p:cNvPr>
          <p:cNvGrpSpPr/>
          <p:nvPr/>
        </p:nvGrpSpPr>
        <p:grpSpPr>
          <a:xfrm rot="5400000">
            <a:off x="10598614" y="3338321"/>
            <a:ext cx="446086" cy="384558"/>
            <a:chOff x="10733431" y="2380039"/>
            <a:chExt cx="446086" cy="384558"/>
          </a:xfrm>
        </p:grpSpPr>
        <p:sp>
          <p:nvSpPr>
            <p:cNvPr id="4" name="1-1-Freeform">
              <a:extLst>
                <a:ext uri="{FF2B5EF4-FFF2-40B4-BE49-F238E27FC236}">
                  <a16:creationId xmlns:a16="http://schemas.microsoft.com/office/drawing/2014/main" id="{ED022E3B-77F1-44B4-8952-F615A4D3645E}"/>
                </a:ext>
              </a:extLst>
            </p:cNvPr>
            <p:cNvSpPr/>
            <p:nvPr/>
          </p:nvSpPr>
          <p:spPr>
            <a:xfrm>
              <a:off x="10733431" y="2380039"/>
              <a:ext cx="446086" cy="384558"/>
            </a:xfrm>
            <a:custGeom>
              <a:avLst/>
              <a:gdLst>
                <a:gd name="connsiteX0" fmla="*/ 277586 w 555171"/>
                <a:gd name="connsiteY0" fmla="*/ 0 h 478596"/>
                <a:gd name="connsiteX1" fmla="*/ 555171 w 555171"/>
                <a:gd name="connsiteY1" fmla="*/ 478596 h 478596"/>
                <a:gd name="connsiteX2" fmla="*/ 443996 w 555171"/>
                <a:gd name="connsiteY2" fmla="*/ 478596 h 478596"/>
                <a:gd name="connsiteX3" fmla="*/ 277586 w 555171"/>
                <a:gd name="connsiteY3" fmla="*/ 191682 h 478596"/>
                <a:gd name="connsiteX4" fmla="*/ 111176 w 555171"/>
                <a:gd name="connsiteY4" fmla="*/ 478596 h 478596"/>
                <a:gd name="connsiteX5" fmla="*/ 0 w 555171"/>
                <a:gd name="connsiteY5" fmla="*/ 478596 h 47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 h="478596">
                  <a:moveTo>
                    <a:pt x="277586" y="0"/>
                  </a:moveTo>
                  <a:lnTo>
                    <a:pt x="555171" y="478596"/>
                  </a:lnTo>
                  <a:lnTo>
                    <a:pt x="443996" y="478596"/>
                  </a:lnTo>
                  <a:lnTo>
                    <a:pt x="277586" y="191682"/>
                  </a:lnTo>
                  <a:lnTo>
                    <a:pt x="111176" y="478596"/>
                  </a:lnTo>
                  <a:lnTo>
                    <a:pt x="0" y="478596"/>
                  </a:lnTo>
                  <a:close/>
                </a:path>
              </a:pathLst>
            </a:custGeom>
            <a:gradFill>
              <a:gsLst>
                <a:gs pos="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1-2-Freeform">
              <a:extLst>
                <a:ext uri="{FF2B5EF4-FFF2-40B4-BE49-F238E27FC236}">
                  <a16:creationId xmlns:a16="http://schemas.microsoft.com/office/drawing/2014/main" id="{3E55D65B-22FB-479E-A292-FDCCD448D4B4}"/>
                </a:ext>
              </a:extLst>
            </p:cNvPr>
            <p:cNvSpPr/>
            <p:nvPr/>
          </p:nvSpPr>
          <p:spPr>
            <a:xfrm>
              <a:off x="10902498" y="2671537"/>
              <a:ext cx="107950" cy="93060"/>
            </a:xfrm>
            <a:custGeom>
              <a:avLst/>
              <a:gdLst>
                <a:gd name="connsiteX0" fmla="*/ 277586 w 555171"/>
                <a:gd name="connsiteY0" fmla="*/ 0 h 478596"/>
                <a:gd name="connsiteX1" fmla="*/ 555171 w 555171"/>
                <a:gd name="connsiteY1" fmla="*/ 478596 h 478596"/>
                <a:gd name="connsiteX2" fmla="*/ 443996 w 555171"/>
                <a:gd name="connsiteY2" fmla="*/ 478596 h 478596"/>
                <a:gd name="connsiteX3" fmla="*/ 277586 w 555171"/>
                <a:gd name="connsiteY3" fmla="*/ 191682 h 478596"/>
                <a:gd name="connsiteX4" fmla="*/ 111176 w 555171"/>
                <a:gd name="connsiteY4" fmla="*/ 478596 h 478596"/>
                <a:gd name="connsiteX5" fmla="*/ 0 w 555171"/>
                <a:gd name="connsiteY5" fmla="*/ 478596 h 47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 h="478596">
                  <a:moveTo>
                    <a:pt x="277586" y="0"/>
                  </a:moveTo>
                  <a:lnTo>
                    <a:pt x="555171" y="478596"/>
                  </a:lnTo>
                  <a:lnTo>
                    <a:pt x="443996" y="478596"/>
                  </a:lnTo>
                  <a:lnTo>
                    <a:pt x="277586" y="191682"/>
                  </a:lnTo>
                  <a:lnTo>
                    <a:pt x="111176" y="478596"/>
                  </a:lnTo>
                  <a:lnTo>
                    <a:pt x="0" y="478596"/>
                  </a:lnTo>
                  <a:close/>
                </a:path>
              </a:pathLst>
            </a:custGeom>
            <a:gradFill>
              <a:gsLst>
                <a:gs pos="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6" name="2-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804B2B1E-82C7-48C6-9B0D-5E65C9B55510}"/>
              </a:ext>
            </a:extLst>
          </p:cNvPr>
          <p:cNvGrpSpPr/>
          <p:nvPr/>
        </p:nvGrpSpPr>
        <p:grpSpPr>
          <a:xfrm rot="16200000" flipH="1">
            <a:off x="1147301" y="3338321"/>
            <a:ext cx="446086" cy="384558"/>
            <a:chOff x="10733431" y="2380039"/>
            <a:chExt cx="446086" cy="384558"/>
          </a:xfrm>
        </p:grpSpPr>
        <p:sp>
          <p:nvSpPr>
            <p:cNvPr id="7" name="2-1-Freeform">
              <a:extLst>
                <a:ext uri="{FF2B5EF4-FFF2-40B4-BE49-F238E27FC236}">
                  <a16:creationId xmlns:a16="http://schemas.microsoft.com/office/drawing/2014/main" id="{B00CFA2D-954F-4E46-B8EC-7A20FA0418AE}"/>
                </a:ext>
              </a:extLst>
            </p:cNvPr>
            <p:cNvSpPr/>
            <p:nvPr/>
          </p:nvSpPr>
          <p:spPr>
            <a:xfrm>
              <a:off x="10733431" y="2380039"/>
              <a:ext cx="446086" cy="384558"/>
            </a:xfrm>
            <a:custGeom>
              <a:avLst/>
              <a:gdLst>
                <a:gd name="connsiteX0" fmla="*/ 277586 w 555171"/>
                <a:gd name="connsiteY0" fmla="*/ 0 h 478596"/>
                <a:gd name="connsiteX1" fmla="*/ 555171 w 555171"/>
                <a:gd name="connsiteY1" fmla="*/ 478596 h 478596"/>
                <a:gd name="connsiteX2" fmla="*/ 443996 w 555171"/>
                <a:gd name="connsiteY2" fmla="*/ 478596 h 478596"/>
                <a:gd name="connsiteX3" fmla="*/ 277586 w 555171"/>
                <a:gd name="connsiteY3" fmla="*/ 191682 h 478596"/>
                <a:gd name="connsiteX4" fmla="*/ 111176 w 555171"/>
                <a:gd name="connsiteY4" fmla="*/ 478596 h 478596"/>
                <a:gd name="connsiteX5" fmla="*/ 0 w 555171"/>
                <a:gd name="connsiteY5" fmla="*/ 478596 h 47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 h="478596">
                  <a:moveTo>
                    <a:pt x="277586" y="0"/>
                  </a:moveTo>
                  <a:lnTo>
                    <a:pt x="555171" y="478596"/>
                  </a:lnTo>
                  <a:lnTo>
                    <a:pt x="443996" y="478596"/>
                  </a:lnTo>
                  <a:lnTo>
                    <a:pt x="277586" y="191682"/>
                  </a:lnTo>
                  <a:lnTo>
                    <a:pt x="111176" y="478596"/>
                  </a:lnTo>
                  <a:lnTo>
                    <a:pt x="0" y="478596"/>
                  </a:lnTo>
                  <a:close/>
                </a:path>
              </a:pathLst>
            </a:custGeom>
            <a:gradFill>
              <a:gsLst>
                <a:gs pos="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2-2-Freeform">
              <a:extLst>
                <a:ext uri="{FF2B5EF4-FFF2-40B4-BE49-F238E27FC236}">
                  <a16:creationId xmlns:a16="http://schemas.microsoft.com/office/drawing/2014/main" id="{24B4511B-5897-4AF5-9FBF-2FE898BB658F}"/>
                </a:ext>
              </a:extLst>
            </p:cNvPr>
            <p:cNvSpPr/>
            <p:nvPr/>
          </p:nvSpPr>
          <p:spPr>
            <a:xfrm>
              <a:off x="10902498" y="2671537"/>
              <a:ext cx="107950" cy="93060"/>
            </a:xfrm>
            <a:custGeom>
              <a:avLst/>
              <a:gdLst>
                <a:gd name="connsiteX0" fmla="*/ 277586 w 555171"/>
                <a:gd name="connsiteY0" fmla="*/ 0 h 478596"/>
                <a:gd name="connsiteX1" fmla="*/ 555171 w 555171"/>
                <a:gd name="connsiteY1" fmla="*/ 478596 h 478596"/>
                <a:gd name="connsiteX2" fmla="*/ 443996 w 555171"/>
                <a:gd name="connsiteY2" fmla="*/ 478596 h 478596"/>
                <a:gd name="connsiteX3" fmla="*/ 277586 w 555171"/>
                <a:gd name="connsiteY3" fmla="*/ 191682 h 478596"/>
                <a:gd name="connsiteX4" fmla="*/ 111176 w 555171"/>
                <a:gd name="connsiteY4" fmla="*/ 478596 h 478596"/>
                <a:gd name="connsiteX5" fmla="*/ 0 w 555171"/>
                <a:gd name="connsiteY5" fmla="*/ 478596 h 478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 h="478596">
                  <a:moveTo>
                    <a:pt x="277586" y="0"/>
                  </a:moveTo>
                  <a:lnTo>
                    <a:pt x="555171" y="478596"/>
                  </a:lnTo>
                  <a:lnTo>
                    <a:pt x="443996" y="478596"/>
                  </a:lnTo>
                  <a:lnTo>
                    <a:pt x="277586" y="191682"/>
                  </a:lnTo>
                  <a:lnTo>
                    <a:pt x="111176" y="478596"/>
                  </a:lnTo>
                  <a:lnTo>
                    <a:pt x="0" y="478596"/>
                  </a:lnTo>
                  <a:close/>
                </a:path>
              </a:pathLst>
            </a:custGeom>
            <a:gradFill>
              <a:gsLst>
                <a:gs pos="0">
                  <a:schemeClr val="bg1"/>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pic>
        <p:nvPicPr>
          <p:cNvPr id="9" name="3-Pictur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45A126E6-9F60-4A13-9C29-DED65B954179}"/>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3310921" y="3109004"/>
            <a:ext cx="5570158" cy="1664440"/>
          </a:xfrm>
          <a:prstGeom prst="rect">
            <a:avLst/>
          </a:prstGeom>
        </p:spPr>
      </p:pic>
      <p:sp>
        <p:nvSpPr>
          <p:cNvPr id="11" name="5-Freeform"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B5793C1B-B93D-4429-9F79-3CAF447FF84F}"/>
              </a:ext>
            </a:extLst>
          </p:cNvPr>
          <p:cNvSpPr/>
          <p:nvPr/>
        </p:nvSpPr>
        <p:spPr>
          <a:xfrm>
            <a:off x="8131445" y="2741836"/>
            <a:ext cx="544953" cy="880395"/>
          </a:xfrm>
          <a:custGeom>
            <a:avLst/>
            <a:gdLst/>
            <a:ahLst/>
            <a:cxnLst/>
            <a:rect l="l" t="t" r="r" b="b"/>
            <a:pathLst>
              <a:path w="544953" h="880395">
                <a:moveTo>
                  <a:pt x="264118" y="0"/>
                </a:moveTo>
                <a:cubicBezTo>
                  <a:pt x="318354" y="0"/>
                  <a:pt x="366459" y="14859"/>
                  <a:pt x="408436" y="44577"/>
                </a:cubicBezTo>
                <a:cubicBezTo>
                  <a:pt x="450413" y="74295"/>
                  <a:pt x="479202" y="112928"/>
                  <a:pt x="494804" y="160477"/>
                </a:cubicBezTo>
                <a:lnTo>
                  <a:pt x="364417" y="220656"/>
                </a:lnTo>
                <a:cubicBezTo>
                  <a:pt x="358473" y="196881"/>
                  <a:pt x="346586" y="178122"/>
                  <a:pt x="328755" y="164377"/>
                </a:cubicBezTo>
                <a:cubicBezTo>
                  <a:pt x="310924" y="150633"/>
                  <a:pt x="289379" y="143760"/>
                  <a:pt x="264118" y="143760"/>
                </a:cubicBezTo>
                <a:cubicBezTo>
                  <a:pt x="237372" y="143760"/>
                  <a:pt x="215270" y="151561"/>
                  <a:pt x="197810" y="167163"/>
                </a:cubicBezTo>
                <a:cubicBezTo>
                  <a:pt x="180351" y="182765"/>
                  <a:pt x="171621" y="202454"/>
                  <a:pt x="171621" y="226228"/>
                </a:cubicBezTo>
                <a:cubicBezTo>
                  <a:pt x="171621" y="254460"/>
                  <a:pt x="179608" y="276563"/>
                  <a:pt x="195581" y="292536"/>
                </a:cubicBezTo>
                <a:cubicBezTo>
                  <a:pt x="211555" y="308510"/>
                  <a:pt x="242944" y="325412"/>
                  <a:pt x="289749" y="343243"/>
                </a:cubicBezTo>
                <a:cubicBezTo>
                  <a:pt x="293465" y="345471"/>
                  <a:pt x="297365" y="347143"/>
                  <a:pt x="301451" y="348257"/>
                </a:cubicBezTo>
                <a:cubicBezTo>
                  <a:pt x="305539" y="349372"/>
                  <a:pt x="309067" y="350672"/>
                  <a:pt x="312039" y="352158"/>
                </a:cubicBezTo>
                <a:cubicBezTo>
                  <a:pt x="358101" y="369989"/>
                  <a:pt x="396735" y="387634"/>
                  <a:pt x="427939" y="405093"/>
                </a:cubicBezTo>
                <a:cubicBezTo>
                  <a:pt x="459143" y="422552"/>
                  <a:pt x="486446" y="448556"/>
                  <a:pt x="509849" y="483103"/>
                </a:cubicBezTo>
                <a:cubicBezTo>
                  <a:pt x="533251" y="517650"/>
                  <a:pt x="544953" y="562041"/>
                  <a:pt x="544953" y="616277"/>
                </a:cubicBezTo>
                <a:cubicBezTo>
                  <a:pt x="544953" y="664568"/>
                  <a:pt x="532881" y="708960"/>
                  <a:pt x="508735" y="749450"/>
                </a:cubicBezTo>
                <a:cubicBezTo>
                  <a:pt x="484589" y="789941"/>
                  <a:pt x="451527" y="821888"/>
                  <a:pt x="409551" y="845291"/>
                </a:cubicBezTo>
                <a:cubicBezTo>
                  <a:pt x="367574" y="868694"/>
                  <a:pt x="321325" y="880395"/>
                  <a:pt x="270805" y="880395"/>
                </a:cubicBezTo>
                <a:cubicBezTo>
                  <a:pt x="206912" y="880395"/>
                  <a:pt x="150261" y="862007"/>
                  <a:pt x="100855" y="825231"/>
                </a:cubicBezTo>
                <a:cubicBezTo>
                  <a:pt x="51450" y="788455"/>
                  <a:pt x="17831" y="741092"/>
                  <a:pt x="0" y="683142"/>
                </a:cubicBezTo>
                <a:lnTo>
                  <a:pt x="131502" y="624078"/>
                </a:lnTo>
                <a:cubicBezTo>
                  <a:pt x="141161" y="658996"/>
                  <a:pt x="158063" y="686485"/>
                  <a:pt x="182208" y="706545"/>
                </a:cubicBezTo>
                <a:cubicBezTo>
                  <a:pt x="206354" y="726605"/>
                  <a:pt x="235887" y="736635"/>
                  <a:pt x="270805" y="736635"/>
                </a:cubicBezTo>
                <a:cubicBezTo>
                  <a:pt x="307209" y="736635"/>
                  <a:pt x="337856" y="725119"/>
                  <a:pt x="362745" y="702087"/>
                </a:cubicBezTo>
                <a:cubicBezTo>
                  <a:pt x="387634" y="679056"/>
                  <a:pt x="400078" y="650452"/>
                  <a:pt x="400078" y="616277"/>
                </a:cubicBezTo>
                <a:cubicBezTo>
                  <a:pt x="400078" y="591016"/>
                  <a:pt x="393949" y="570585"/>
                  <a:pt x="381690" y="554983"/>
                </a:cubicBezTo>
                <a:cubicBezTo>
                  <a:pt x="369431" y="539381"/>
                  <a:pt x="353829" y="526937"/>
                  <a:pt x="334884" y="517650"/>
                </a:cubicBezTo>
                <a:cubicBezTo>
                  <a:pt x="315939" y="508363"/>
                  <a:pt x="283435" y="494804"/>
                  <a:pt x="237372" y="476974"/>
                </a:cubicBezTo>
                <a:cubicBezTo>
                  <a:pt x="163077" y="448741"/>
                  <a:pt x="109585" y="415123"/>
                  <a:pt x="76895" y="376118"/>
                </a:cubicBezTo>
                <a:cubicBezTo>
                  <a:pt x="44206" y="337113"/>
                  <a:pt x="27861" y="287150"/>
                  <a:pt x="27861" y="226228"/>
                </a:cubicBezTo>
                <a:cubicBezTo>
                  <a:pt x="27861" y="183880"/>
                  <a:pt x="38262" y="145432"/>
                  <a:pt x="59065" y="110885"/>
                </a:cubicBezTo>
                <a:cubicBezTo>
                  <a:pt x="79867" y="76338"/>
                  <a:pt x="108285" y="49220"/>
                  <a:pt x="144318" y="29532"/>
                </a:cubicBezTo>
                <a:cubicBezTo>
                  <a:pt x="180351" y="9844"/>
                  <a:pt x="220285" y="0"/>
                  <a:pt x="264118" y="0"/>
                </a:cubicBezTo>
                <a:close/>
              </a:path>
            </a:pathLst>
          </a:custGeom>
          <a:gradFill flip="none" rotWithShape="1">
            <a:gsLst>
              <a:gs pos="37000">
                <a:schemeClr val="accent1"/>
              </a:gs>
              <a:gs pos="0">
                <a:schemeClr val="accent1">
                  <a:lumMod val="50000"/>
                  <a:alpha val="79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2" name="6-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19D16FA0-F01D-493F-BEF3-B8ADE93CD0FA}"/>
              </a:ext>
            </a:extLst>
          </p:cNvPr>
          <p:cNvGrpSpPr/>
          <p:nvPr/>
        </p:nvGrpSpPr>
        <p:grpSpPr>
          <a:xfrm>
            <a:off x="3499057" y="2752980"/>
            <a:ext cx="585073" cy="858107"/>
            <a:chOff x="3499057" y="2752980"/>
            <a:chExt cx="585073" cy="858107"/>
          </a:xfrm>
        </p:grpSpPr>
        <p:sp>
          <p:nvSpPr>
            <p:cNvPr id="13" name="6-1-Freeform">
              <a:extLst>
                <a:ext uri="{FF2B5EF4-FFF2-40B4-BE49-F238E27FC236}">
                  <a16:creationId xmlns:a16="http://schemas.microsoft.com/office/drawing/2014/main" id="{544D0814-2881-499D-9DE6-926A94F522A8}"/>
                </a:ext>
              </a:extLst>
            </p:cNvPr>
            <p:cNvSpPr/>
            <p:nvPr/>
          </p:nvSpPr>
          <p:spPr>
            <a:xfrm>
              <a:off x="3719713" y="2898775"/>
              <a:ext cx="144875" cy="712312"/>
            </a:xfrm>
            <a:custGeom>
              <a:avLst/>
              <a:gdLst>
                <a:gd name="connsiteX0" fmla="*/ 0 w 144875"/>
                <a:gd name="connsiteY0" fmla="*/ 0 h 712312"/>
                <a:gd name="connsiteX1" fmla="*/ 144875 w 144875"/>
                <a:gd name="connsiteY1" fmla="*/ 0 h 712312"/>
                <a:gd name="connsiteX2" fmla="*/ 144875 w 144875"/>
                <a:gd name="connsiteY2" fmla="*/ 712312 h 712312"/>
                <a:gd name="connsiteX3" fmla="*/ 0 w 144875"/>
                <a:gd name="connsiteY3" fmla="*/ 712312 h 712312"/>
                <a:gd name="connsiteX4" fmla="*/ 0 w 144875"/>
                <a:gd name="connsiteY4" fmla="*/ 0 h 712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875" h="712312">
                  <a:moveTo>
                    <a:pt x="0" y="0"/>
                  </a:moveTo>
                  <a:lnTo>
                    <a:pt x="144875" y="0"/>
                  </a:lnTo>
                  <a:lnTo>
                    <a:pt x="144875" y="712312"/>
                  </a:lnTo>
                  <a:lnTo>
                    <a:pt x="0" y="712312"/>
                  </a:lnTo>
                  <a:lnTo>
                    <a:pt x="0" y="0"/>
                  </a:lnTo>
                  <a:close/>
                </a:path>
              </a:pathLst>
            </a:custGeom>
            <a:gradFill flip="none" rotWithShape="1">
              <a:gsLst>
                <a:gs pos="91000">
                  <a:schemeClr val="accent1"/>
                </a:gs>
                <a:gs pos="0">
                  <a:schemeClr val="accent1">
                    <a:alpha val="5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4" name="6-2-Freeform">
              <a:extLst>
                <a:ext uri="{FF2B5EF4-FFF2-40B4-BE49-F238E27FC236}">
                  <a16:creationId xmlns:a16="http://schemas.microsoft.com/office/drawing/2014/main" id="{21D80081-45F4-4A8E-A1A3-2B3D80288C37}"/>
                </a:ext>
              </a:extLst>
            </p:cNvPr>
            <p:cNvSpPr/>
            <p:nvPr/>
          </p:nvSpPr>
          <p:spPr>
            <a:xfrm>
              <a:off x="3499057" y="2752980"/>
              <a:ext cx="585073" cy="145795"/>
            </a:xfrm>
            <a:custGeom>
              <a:avLst/>
              <a:gdLst>
                <a:gd name="connsiteX0" fmla="*/ 0 w 585073"/>
                <a:gd name="connsiteY0" fmla="*/ 0 h 145795"/>
                <a:gd name="connsiteX1" fmla="*/ 585073 w 585073"/>
                <a:gd name="connsiteY1" fmla="*/ 0 h 145795"/>
                <a:gd name="connsiteX2" fmla="*/ 585073 w 585073"/>
                <a:gd name="connsiteY2" fmla="*/ 144875 h 145795"/>
                <a:gd name="connsiteX3" fmla="*/ 365531 w 585073"/>
                <a:gd name="connsiteY3" fmla="*/ 144875 h 145795"/>
                <a:gd name="connsiteX4" fmla="*/ 365531 w 585073"/>
                <a:gd name="connsiteY4" fmla="*/ 145795 h 145795"/>
                <a:gd name="connsiteX5" fmla="*/ 220656 w 585073"/>
                <a:gd name="connsiteY5" fmla="*/ 145795 h 145795"/>
                <a:gd name="connsiteX6" fmla="*/ 220656 w 585073"/>
                <a:gd name="connsiteY6" fmla="*/ 144875 h 145795"/>
                <a:gd name="connsiteX7" fmla="*/ 0 w 585073"/>
                <a:gd name="connsiteY7" fmla="*/ 144875 h 145795"/>
                <a:gd name="connsiteX8" fmla="*/ 0 w 585073"/>
                <a:gd name="connsiteY8" fmla="*/ 0 h 145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073" h="145795">
                  <a:moveTo>
                    <a:pt x="0" y="0"/>
                  </a:moveTo>
                  <a:lnTo>
                    <a:pt x="585073" y="0"/>
                  </a:lnTo>
                  <a:lnTo>
                    <a:pt x="585073" y="144875"/>
                  </a:lnTo>
                  <a:lnTo>
                    <a:pt x="365531" y="144875"/>
                  </a:lnTo>
                  <a:lnTo>
                    <a:pt x="365531" y="145795"/>
                  </a:lnTo>
                  <a:lnTo>
                    <a:pt x="220656" y="145795"/>
                  </a:lnTo>
                  <a:lnTo>
                    <a:pt x="220656" y="144875"/>
                  </a:lnTo>
                  <a:lnTo>
                    <a:pt x="0" y="14487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15" name="7-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38C85282-4A34-401F-9E24-8C7F3670433D}"/>
              </a:ext>
            </a:extLst>
          </p:cNvPr>
          <p:cNvGrpSpPr/>
          <p:nvPr/>
        </p:nvGrpSpPr>
        <p:grpSpPr>
          <a:xfrm>
            <a:off x="4362070" y="2752980"/>
            <a:ext cx="602904" cy="858107"/>
            <a:chOff x="4362070" y="2752980"/>
            <a:chExt cx="602904" cy="858107"/>
          </a:xfrm>
        </p:grpSpPr>
        <p:sp>
          <p:nvSpPr>
            <p:cNvPr id="16" name="7-1-Freeform">
              <a:extLst>
                <a:ext uri="{FF2B5EF4-FFF2-40B4-BE49-F238E27FC236}">
                  <a16:creationId xmlns:a16="http://schemas.microsoft.com/office/drawing/2014/main" id="{725AEBC1-3C5D-4365-87D7-A8C5E39D2D6D}"/>
                </a:ext>
              </a:extLst>
            </p:cNvPr>
            <p:cNvSpPr/>
            <p:nvPr/>
          </p:nvSpPr>
          <p:spPr>
            <a:xfrm>
              <a:off x="4362070" y="2752980"/>
              <a:ext cx="145033" cy="858107"/>
            </a:xfrm>
            <a:custGeom>
              <a:avLst/>
              <a:gdLst>
                <a:gd name="connsiteX0" fmla="*/ 0 w 145033"/>
                <a:gd name="connsiteY0" fmla="*/ 0 h 858107"/>
                <a:gd name="connsiteX1" fmla="*/ 144875 w 145033"/>
                <a:gd name="connsiteY1" fmla="*/ 0 h 858107"/>
                <a:gd name="connsiteX2" fmla="*/ 144875 w 145033"/>
                <a:gd name="connsiteY2" fmla="*/ 356616 h 858107"/>
                <a:gd name="connsiteX3" fmla="*/ 145033 w 145033"/>
                <a:gd name="connsiteY3" fmla="*/ 356616 h 858107"/>
                <a:gd name="connsiteX4" fmla="*/ 145033 w 145033"/>
                <a:gd name="connsiteY4" fmla="*/ 501491 h 858107"/>
                <a:gd name="connsiteX5" fmla="*/ 144875 w 145033"/>
                <a:gd name="connsiteY5" fmla="*/ 501491 h 858107"/>
                <a:gd name="connsiteX6" fmla="*/ 144875 w 145033"/>
                <a:gd name="connsiteY6" fmla="*/ 858107 h 858107"/>
                <a:gd name="connsiteX7" fmla="*/ 0 w 145033"/>
                <a:gd name="connsiteY7" fmla="*/ 858107 h 85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033" h="858107">
                  <a:moveTo>
                    <a:pt x="0" y="0"/>
                  </a:moveTo>
                  <a:lnTo>
                    <a:pt x="144875" y="0"/>
                  </a:lnTo>
                  <a:lnTo>
                    <a:pt x="144875" y="356616"/>
                  </a:lnTo>
                  <a:lnTo>
                    <a:pt x="145033" y="356616"/>
                  </a:lnTo>
                  <a:lnTo>
                    <a:pt x="145033" y="501491"/>
                  </a:lnTo>
                  <a:lnTo>
                    <a:pt x="144875" y="501491"/>
                  </a:lnTo>
                  <a:lnTo>
                    <a:pt x="144875" y="858107"/>
                  </a:lnTo>
                  <a:lnTo>
                    <a:pt x="0" y="858107"/>
                  </a:lnTo>
                  <a:close/>
                </a:path>
              </a:pathLst>
            </a:custGeom>
            <a:gradFill flip="none" rotWithShape="1">
              <a:gsLst>
                <a:gs pos="91000">
                  <a:schemeClr val="accent1"/>
                </a:gs>
                <a:gs pos="0">
                  <a:schemeClr val="accent1">
                    <a:alpha val="56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 name="7-2-Freeform">
              <a:extLst>
                <a:ext uri="{FF2B5EF4-FFF2-40B4-BE49-F238E27FC236}">
                  <a16:creationId xmlns:a16="http://schemas.microsoft.com/office/drawing/2014/main" id="{89FD9322-56BF-45D4-AD55-362260AC5BCB}"/>
                </a:ext>
              </a:extLst>
            </p:cNvPr>
            <p:cNvSpPr/>
            <p:nvPr/>
          </p:nvSpPr>
          <p:spPr>
            <a:xfrm>
              <a:off x="4819943" y="2752980"/>
              <a:ext cx="145031" cy="858107"/>
            </a:xfrm>
            <a:custGeom>
              <a:avLst/>
              <a:gdLst>
                <a:gd name="connsiteX0" fmla="*/ 156 w 145031"/>
                <a:gd name="connsiteY0" fmla="*/ 0 h 858107"/>
                <a:gd name="connsiteX1" fmla="*/ 145031 w 145031"/>
                <a:gd name="connsiteY1" fmla="*/ 0 h 858107"/>
                <a:gd name="connsiteX2" fmla="*/ 145031 w 145031"/>
                <a:gd name="connsiteY2" fmla="*/ 858107 h 858107"/>
                <a:gd name="connsiteX3" fmla="*/ 156 w 145031"/>
                <a:gd name="connsiteY3" fmla="*/ 858107 h 858107"/>
                <a:gd name="connsiteX4" fmla="*/ 156 w 145031"/>
                <a:gd name="connsiteY4" fmla="*/ 501491 h 858107"/>
                <a:gd name="connsiteX5" fmla="*/ 0 w 145031"/>
                <a:gd name="connsiteY5" fmla="*/ 501491 h 858107"/>
                <a:gd name="connsiteX6" fmla="*/ 0 w 145031"/>
                <a:gd name="connsiteY6" fmla="*/ 356616 h 858107"/>
                <a:gd name="connsiteX7" fmla="*/ 156 w 145031"/>
                <a:gd name="connsiteY7" fmla="*/ 356616 h 858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031" h="858107">
                  <a:moveTo>
                    <a:pt x="156" y="0"/>
                  </a:moveTo>
                  <a:lnTo>
                    <a:pt x="145031" y="0"/>
                  </a:lnTo>
                  <a:lnTo>
                    <a:pt x="145031" y="858107"/>
                  </a:lnTo>
                  <a:lnTo>
                    <a:pt x="156" y="858107"/>
                  </a:lnTo>
                  <a:lnTo>
                    <a:pt x="156" y="501491"/>
                  </a:lnTo>
                  <a:lnTo>
                    <a:pt x="0" y="501491"/>
                  </a:lnTo>
                  <a:lnTo>
                    <a:pt x="0" y="356616"/>
                  </a:lnTo>
                  <a:lnTo>
                    <a:pt x="156" y="356616"/>
                  </a:lnTo>
                  <a:close/>
                </a:path>
              </a:pathLst>
            </a:custGeom>
            <a:gradFill flip="none" rotWithShape="1">
              <a:gsLst>
                <a:gs pos="91000">
                  <a:schemeClr val="accent1"/>
                </a:gs>
                <a:gs pos="0">
                  <a:schemeClr val="accent1">
                    <a:alpha val="56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8" name="7-3-Freeform">
              <a:extLst>
                <a:ext uri="{FF2B5EF4-FFF2-40B4-BE49-F238E27FC236}">
                  <a16:creationId xmlns:a16="http://schemas.microsoft.com/office/drawing/2014/main" id="{BAA33ADA-BFB3-4C85-B684-3E50F3604555}"/>
                </a:ext>
              </a:extLst>
            </p:cNvPr>
            <p:cNvSpPr/>
            <p:nvPr/>
          </p:nvSpPr>
          <p:spPr>
            <a:xfrm>
              <a:off x="4507104" y="3109596"/>
              <a:ext cx="312839" cy="144875"/>
            </a:xfrm>
            <a:custGeom>
              <a:avLst/>
              <a:gdLst>
                <a:gd name="connsiteX0" fmla="*/ 0 w 306675"/>
                <a:gd name="connsiteY0" fmla="*/ 0 h 144875"/>
                <a:gd name="connsiteX1" fmla="*/ 306675 w 306675"/>
                <a:gd name="connsiteY1" fmla="*/ 0 h 144875"/>
                <a:gd name="connsiteX2" fmla="*/ 306675 w 306675"/>
                <a:gd name="connsiteY2" fmla="*/ 144875 h 144875"/>
                <a:gd name="connsiteX3" fmla="*/ 0 w 306675"/>
                <a:gd name="connsiteY3" fmla="*/ 144875 h 144875"/>
                <a:gd name="connsiteX4" fmla="*/ 0 w 306675"/>
                <a:gd name="connsiteY4" fmla="*/ 0 h 14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675" h="144875">
                  <a:moveTo>
                    <a:pt x="0" y="0"/>
                  </a:moveTo>
                  <a:lnTo>
                    <a:pt x="306675" y="0"/>
                  </a:lnTo>
                  <a:lnTo>
                    <a:pt x="306675" y="144875"/>
                  </a:lnTo>
                  <a:lnTo>
                    <a:pt x="0" y="144875"/>
                  </a:lnTo>
                  <a:lnTo>
                    <a:pt x="0" y="0"/>
                  </a:lnTo>
                  <a:close/>
                </a:path>
              </a:pathLst>
            </a:custGeom>
            <a:solidFill>
              <a:schemeClr val="accent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19" name="8-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6C4A250-4685-442B-A424-9B22B0499831}"/>
              </a:ext>
            </a:extLst>
          </p:cNvPr>
          <p:cNvGrpSpPr/>
          <p:nvPr/>
        </p:nvGrpSpPr>
        <p:grpSpPr>
          <a:xfrm>
            <a:off x="5236559" y="2719546"/>
            <a:ext cx="891223" cy="891540"/>
            <a:chOff x="5236559" y="2719546"/>
            <a:chExt cx="891223" cy="891540"/>
          </a:xfrm>
        </p:grpSpPr>
        <p:sp>
          <p:nvSpPr>
            <p:cNvPr id="20" name="8-1-Freeform">
              <a:extLst>
                <a:ext uri="{FF2B5EF4-FFF2-40B4-BE49-F238E27FC236}">
                  <a16:creationId xmlns:a16="http://schemas.microsoft.com/office/drawing/2014/main" id="{66045C07-49C9-4D5C-872A-00439B1DD1DE}"/>
                </a:ext>
              </a:extLst>
            </p:cNvPr>
            <p:cNvSpPr/>
            <p:nvPr/>
          </p:nvSpPr>
          <p:spPr>
            <a:xfrm>
              <a:off x="5236559" y="2719546"/>
              <a:ext cx="780098" cy="891540"/>
            </a:xfrm>
            <a:custGeom>
              <a:avLst/>
              <a:gdLst/>
              <a:ahLst/>
              <a:cxnLst/>
              <a:rect l="l" t="t" r="r" b="b"/>
              <a:pathLst>
                <a:path w="780098" h="891540">
                  <a:moveTo>
                    <a:pt x="390049" y="0"/>
                  </a:moveTo>
                  <a:lnTo>
                    <a:pt x="780098" y="891540"/>
                  </a:lnTo>
                  <a:lnTo>
                    <a:pt x="616277" y="891540"/>
                  </a:lnTo>
                  <a:lnTo>
                    <a:pt x="558328" y="746665"/>
                  </a:lnTo>
                  <a:lnTo>
                    <a:pt x="221771" y="746665"/>
                  </a:lnTo>
                  <a:lnTo>
                    <a:pt x="163821" y="891540"/>
                  </a:lnTo>
                  <a:lnTo>
                    <a:pt x="0" y="891540"/>
                  </a:lnTo>
                  <a:lnTo>
                    <a:pt x="390049" y="0"/>
                  </a:lnTo>
                  <a:close/>
                  <a:moveTo>
                    <a:pt x="390049" y="327641"/>
                  </a:moveTo>
                  <a:lnTo>
                    <a:pt x="270806" y="624078"/>
                  </a:lnTo>
                  <a:lnTo>
                    <a:pt x="509293" y="624078"/>
                  </a:lnTo>
                  <a:lnTo>
                    <a:pt x="390049" y="32764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8-2-Freeform">
              <a:extLst>
                <a:ext uri="{FF2B5EF4-FFF2-40B4-BE49-F238E27FC236}">
                  <a16:creationId xmlns:a16="http://schemas.microsoft.com/office/drawing/2014/main" id="{8C698872-E680-4AEE-82E4-53A29822C2FD}"/>
                </a:ext>
              </a:extLst>
            </p:cNvPr>
            <p:cNvSpPr/>
            <p:nvPr/>
          </p:nvSpPr>
          <p:spPr>
            <a:xfrm rot="1260000">
              <a:off x="5561870" y="2953812"/>
              <a:ext cx="565912" cy="631281"/>
            </a:xfrm>
            <a:custGeom>
              <a:avLst/>
              <a:gdLst>
                <a:gd name="connsiteX0" fmla="*/ 0 w 565912"/>
                <a:gd name="connsiteY0" fmla="*/ 0 h 631281"/>
                <a:gd name="connsiteX1" fmla="*/ 565912 w 565912"/>
                <a:gd name="connsiteY1" fmla="*/ 573281 h 631281"/>
                <a:gd name="connsiteX2" fmla="*/ 414817 w 565912"/>
                <a:gd name="connsiteY2" fmla="*/ 631281 h 631281"/>
                <a:gd name="connsiteX3" fmla="*/ 114170 w 565912"/>
                <a:gd name="connsiteY3" fmla="*/ 309760 h 631281"/>
                <a:gd name="connsiteX4" fmla="*/ 0 w 565912"/>
                <a:gd name="connsiteY4" fmla="*/ 186954 h 631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912" h="631281">
                  <a:moveTo>
                    <a:pt x="0" y="0"/>
                  </a:moveTo>
                  <a:lnTo>
                    <a:pt x="565912" y="573281"/>
                  </a:lnTo>
                  <a:lnTo>
                    <a:pt x="414817" y="631281"/>
                  </a:lnTo>
                  <a:lnTo>
                    <a:pt x="114170" y="309760"/>
                  </a:lnTo>
                  <a:lnTo>
                    <a:pt x="0" y="186954"/>
                  </a:lnTo>
                  <a:close/>
                </a:path>
              </a:pathLst>
            </a:custGeom>
            <a:gradFill flip="none" rotWithShape="1">
              <a:gsLst>
                <a:gs pos="77000">
                  <a:schemeClr val="accent1"/>
                </a:gs>
                <a:gs pos="21000">
                  <a:schemeClr val="accent1">
                    <a:lumMod val="50000"/>
                    <a:alpha val="79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22" name="9-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60BFE06F-4668-4302-B685-3C1CB301C051}"/>
              </a:ext>
            </a:extLst>
          </p:cNvPr>
          <p:cNvGrpSpPr/>
          <p:nvPr/>
        </p:nvGrpSpPr>
        <p:grpSpPr>
          <a:xfrm>
            <a:off x="6286119" y="2719546"/>
            <a:ext cx="660855" cy="927202"/>
            <a:chOff x="6286119" y="2719546"/>
            <a:chExt cx="660855" cy="927202"/>
          </a:xfrm>
        </p:grpSpPr>
        <p:sp>
          <p:nvSpPr>
            <p:cNvPr id="23" name="9-1-Freeform">
              <a:extLst>
                <a:ext uri="{FF2B5EF4-FFF2-40B4-BE49-F238E27FC236}">
                  <a16:creationId xmlns:a16="http://schemas.microsoft.com/office/drawing/2014/main" id="{F49053FC-372D-4488-95D0-E24C4BD0ACD9}"/>
                </a:ext>
              </a:extLst>
            </p:cNvPr>
            <p:cNvSpPr/>
            <p:nvPr/>
          </p:nvSpPr>
          <p:spPr>
            <a:xfrm>
              <a:off x="6286119" y="2719546"/>
              <a:ext cx="660854" cy="927202"/>
            </a:xfrm>
            <a:custGeom>
              <a:avLst/>
              <a:gdLst/>
              <a:ahLst/>
              <a:cxnLst/>
              <a:rect l="l" t="t" r="r" b="b"/>
              <a:pathLst>
                <a:path w="660854" h="927202">
                  <a:moveTo>
                    <a:pt x="0" y="0"/>
                  </a:moveTo>
                  <a:lnTo>
                    <a:pt x="515979" y="562785"/>
                  </a:lnTo>
                  <a:lnTo>
                    <a:pt x="515979" y="33433"/>
                  </a:lnTo>
                  <a:lnTo>
                    <a:pt x="660854" y="33433"/>
                  </a:lnTo>
                  <a:lnTo>
                    <a:pt x="660854" y="927202"/>
                  </a:lnTo>
                  <a:lnTo>
                    <a:pt x="144876" y="364417"/>
                  </a:lnTo>
                  <a:lnTo>
                    <a:pt x="144876" y="891540"/>
                  </a:lnTo>
                  <a:lnTo>
                    <a:pt x="0" y="89154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9-2-Freeform">
              <a:extLst>
                <a:ext uri="{FF2B5EF4-FFF2-40B4-BE49-F238E27FC236}">
                  <a16:creationId xmlns:a16="http://schemas.microsoft.com/office/drawing/2014/main" id="{CB25E743-E17E-4B83-BD27-6E22F8426519}"/>
                </a:ext>
              </a:extLst>
            </p:cNvPr>
            <p:cNvSpPr/>
            <p:nvPr/>
          </p:nvSpPr>
          <p:spPr>
            <a:xfrm>
              <a:off x="6802099" y="2759330"/>
              <a:ext cx="144875" cy="683702"/>
            </a:xfrm>
            <a:custGeom>
              <a:avLst/>
              <a:gdLst>
                <a:gd name="connsiteX0" fmla="*/ 0 w 144875"/>
                <a:gd name="connsiteY0" fmla="*/ 0 h 683702"/>
                <a:gd name="connsiteX1" fmla="*/ 144875 w 144875"/>
                <a:gd name="connsiteY1" fmla="*/ 0 h 683702"/>
                <a:gd name="connsiteX2" fmla="*/ 144875 w 144875"/>
                <a:gd name="connsiteY2" fmla="*/ 683702 h 683702"/>
                <a:gd name="connsiteX3" fmla="*/ 0 w 144875"/>
                <a:gd name="connsiteY3" fmla="*/ 525685 h 683702"/>
              </a:gdLst>
              <a:ahLst/>
              <a:cxnLst>
                <a:cxn ang="0">
                  <a:pos x="connsiteX0" y="connsiteY0"/>
                </a:cxn>
                <a:cxn ang="0">
                  <a:pos x="connsiteX1" y="connsiteY1"/>
                </a:cxn>
                <a:cxn ang="0">
                  <a:pos x="connsiteX2" y="connsiteY2"/>
                </a:cxn>
                <a:cxn ang="0">
                  <a:pos x="connsiteX3" y="connsiteY3"/>
                </a:cxn>
              </a:cxnLst>
              <a:rect l="l" t="t" r="r" b="b"/>
              <a:pathLst>
                <a:path w="144875" h="683702">
                  <a:moveTo>
                    <a:pt x="0" y="0"/>
                  </a:moveTo>
                  <a:lnTo>
                    <a:pt x="144875" y="0"/>
                  </a:lnTo>
                  <a:lnTo>
                    <a:pt x="144875" y="683702"/>
                  </a:lnTo>
                  <a:lnTo>
                    <a:pt x="0" y="525685"/>
                  </a:lnTo>
                  <a:close/>
                </a:path>
              </a:pathLst>
            </a:custGeom>
            <a:gradFill flip="none" rotWithShape="1">
              <a:gsLst>
                <a:gs pos="77000">
                  <a:schemeClr val="accent1"/>
                </a:gs>
                <a:gs pos="21000">
                  <a:schemeClr val="accent1">
                    <a:lumMod val="50000"/>
                    <a:alpha val="79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25" name="10-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761A69B1-C547-4FAA-AEEA-E59E50060B2D}"/>
              </a:ext>
            </a:extLst>
          </p:cNvPr>
          <p:cNvGrpSpPr/>
          <p:nvPr/>
        </p:nvGrpSpPr>
        <p:grpSpPr>
          <a:xfrm>
            <a:off x="7295769" y="2752980"/>
            <a:ext cx="616277" cy="858107"/>
            <a:chOff x="7295769" y="2752980"/>
            <a:chExt cx="616277" cy="858107"/>
          </a:xfrm>
        </p:grpSpPr>
        <p:sp>
          <p:nvSpPr>
            <p:cNvPr id="26" name="10-1-Freeform">
              <a:extLst>
                <a:ext uri="{FF2B5EF4-FFF2-40B4-BE49-F238E27FC236}">
                  <a16:creationId xmlns:a16="http://schemas.microsoft.com/office/drawing/2014/main" id="{5C6077F6-3C32-473F-90B9-1055F3038F5C}"/>
                </a:ext>
              </a:extLst>
            </p:cNvPr>
            <p:cNvSpPr/>
            <p:nvPr/>
          </p:nvSpPr>
          <p:spPr>
            <a:xfrm>
              <a:off x="7295769" y="2752980"/>
              <a:ext cx="616277" cy="858107"/>
            </a:xfrm>
            <a:custGeom>
              <a:avLst/>
              <a:gdLst/>
              <a:ahLst/>
              <a:cxnLst/>
              <a:rect l="l" t="t" r="r" b="b"/>
              <a:pathLst>
                <a:path w="616277" h="858107">
                  <a:moveTo>
                    <a:pt x="0" y="0"/>
                  </a:moveTo>
                  <a:lnTo>
                    <a:pt x="144876" y="0"/>
                  </a:lnTo>
                  <a:lnTo>
                    <a:pt x="144876" y="387820"/>
                  </a:lnTo>
                  <a:lnTo>
                    <a:pt x="434626" y="0"/>
                  </a:lnTo>
                  <a:lnTo>
                    <a:pt x="616277" y="0"/>
                  </a:lnTo>
                  <a:lnTo>
                    <a:pt x="290865" y="433511"/>
                  </a:lnTo>
                  <a:lnTo>
                    <a:pt x="610705" y="858107"/>
                  </a:lnTo>
                  <a:lnTo>
                    <a:pt x="430168" y="858107"/>
                  </a:lnTo>
                  <a:lnTo>
                    <a:pt x="144876" y="479203"/>
                  </a:lnTo>
                  <a:lnTo>
                    <a:pt x="144876" y="858107"/>
                  </a:lnTo>
                  <a:lnTo>
                    <a:pt x="0" y="858107"/>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7" name="10-2-Freeform">
              <a:extLst>
                <a:ext uri="{FF2B5EF4-FFF2-40B4-BE49-F238E27FC236}">
                  <a16:creationId xmlns:a16="http://schemas.microsoft.com/office/drawing/2014/main" id="{7EB0183A-73DB-4091-AA11-4C3D92D33EF9}"/>
                </a:ext>
              </a:extLst>
            </p:cNvPr>
            <p:cNvSpPr/>
            <p:nvPr/>
          </p:nvSpPr>
          <p:spPr>
            <a:xfrm>
              <a:off x="7440645" y="2752980"/>
              <a:ext cx="471401" cy="433511"/>
            </a:xfrm>
            <a:custGeom>
              <a:avLst/>
              <a:gdLst>
                <a:gd name="connsiteX0" fmla="*/ 0 w 616277"/>
                <a:gd name="connsiteY0" fmla="*/ 858107 h 949547"/>
                <a:gd name="connsiteX1" fmla="*/ 0 w 616277"/>
                <a:gd name="connsiteY1" fmla="*/ 0 h 949547"/>
                <a:gd name="connsiteX2" fmla="*/ 144876 w 616277"/>
                <a:gd name="connsiteY2" fmla="*/ 0 h 949547"/>
                <a:gd name="connsiteX3" fmla="*/ 144876 w 616277"/>
                <a:gd name="connsiteY3" fmla="*/ 387820 h 949547"/>
                <a:gd name="connsiteX4" fmla="*/ 434626 w 616277"/>
                <a:gd name="connsiteY4" fmla="*/ 0 h 949547"/>
                <a:gd name="connsiteX5" fmla="*/ 616277 w 616277"/>
                <a:gd name="connsiteY5" fmla="*/ 0 h 949547"/>
                <a:gd name="connsiteX6" fmla="*/ 290865 w 616277"/>
                <a:gd name="connsiteY6" fmla="*/ 433511 h 949547"/>
                <a:gd name="connsiteX7" fmla="*/ 610705 w 616277"/>
                <a:gd name="connsiteY7" fmla="*/ 858107 h 949547"/>
                <a:gd name="connsiteX8" fmla="*/ 430168 w 616277"/>
                <a:gd name="connsiteY8" fmla="*/ 858107 h 949547"/>
                <a:gd name="connsiteX9" fmla="*/ 144876 w 616277"/>
                <a:gd name="connsiteY9" fmla="*/ 479203 h 949547"/>
                <a:gd name="connsiteX10" fmla="*/ 144876 w 616277"/>
                <a:gd name="connsiteY10" fmla="*/ 858107 h 949547"/>
                <a:gd name="connsiteX11" fmla="*/ 91440 w 616277"/>
                <a:gd name="connsiteY11" fmla="*/ 949547 h 949547"/>
                <a:gd name="connsiteX0" fmla="*/ 0 w 616277"/>
                <a:gd name="connsiteY0" fmla="*/ 858107 h 949547"/>
                <a:gd name="connsiteX1" fmla="*/ 0 w 616277"/>
                <a:gd name="connsiteY1" fmla="*/ 0 h 949547"/>
                <a:gd name="connsiteX2" fmla="*/ 144876 w 616277"/>
                <a:gd name="connsiteY2" fmla="*/ 0 h 949547"/>
                <a:gd name="connsiteX3" fmla="*/ 144876 w 616277"/>
                <a:gd name="connsiteY3" fmla="*/ 387820 h 949547"/>
                <a:gd name="connsiteX4" fmla="*/ 434626 w 616277"/>
                <a:gd name="connsiteY4" fmla="*/ 0 h 949547"/>
                <a:gd name="connsiteX5" fmla="*/ 616277 w 616277"/>
                <a:gd name="connsiteY5" fmla="*/ 0 h 949547"/>
                <a:gd name="connsiteX6" fmla="*/ 290865 w 616277"/>
                <a:gd name="connsiteY6" fmla="*/ 433511 h 949547"/>
                <a:gd name="connsiteX7" fmla="*/ 610705 w 616277"/>
                <a:gd name="connsiteY7" fmla="*/ 858107 h 949547"/>
                <a:gd name="connsiteX8" fmla="*/ 430168 w 616277"/>
                <a:gd name="connsiteY8" fmla="*/ 858107 h 949547"/>
                <a:gd name="connsiteX9" fmla="*/ 144876 w 616277"/>
                <a:gd name="connsiteY9" fmla="*/ 479203 h 949547"/>
                <a:gd name="connsiteX10" fmla="*/ 91440 w 616277"/>
                <a:gd name="connsiteY10" fmla="*/ 949547 h 949547"/>
                <a:gd name="connsiteX0" fmla="*/ 0 w 616277"/>
                <a:gd name="connsiteY0" fmla="*/ 0 h 949547"/>
                <a:gd name="connsiteX1" fmla="*/ 144876 w 616277"/>
                <a:gd name="connsiteY1" fmla="*/ 0 h 949547"/>
                <a:gd name="connsiteX2" fmla="*/ 144876 w 616277"/>
                <a:gd name="connsiteY2" fmla="*/ 387820 h 949547"/>
                <a:gd name="connsiteX3" fmla="*/ 434626 w 616277"/>
                <a:gd name="connsiteY3" fmla="*/ 0 h 949547"/>
                <a:gd name="connsiteX4" fmla="*/ 616277 w 616277"/>
                <a:gd name="connsiteY4" fmla="*/ 0 h 949547"/>
                <a:gd name="connsiteX5" fmla="*/ 290865 w 616277"/>
                <a:gd name="connsiteY5" fmla="*/ 433511 h 949547"/>
                <a:gd name="connsiteX6" fmla="*/ 610705 w 616277"/>
                <a:gd name="connsiteY6" fmla="*/ 858107 h 949547"/>
                <a:gd name="connsiteX7" fmla="*/ 430168 w 616277"/>
                <a:gd name="connsiteY7" fmla="*/ 858107 h 949547"/>
                <a:gd name="connsiteX8" fmla="*/ 144876 w 616277"/>
                <a:gd name="connsiteY8" fmla="*/ 479203 h 949547"/>
                <a:gd name="connsiteX9" fmla="*/ 91440 w 616277"/>
                <a:gd name="connsiteY9" fmla="*/ 949547 h 949547"/>
                <a:gd name="connsiteX0" fmla="*/ 0 w 616277"/>
                <a:gd name="connsiteY0" fmla="*/ 0 h 949547"/>
                <a:gd name="connsiteX1" fmla="*/ 144876 w 616277"/>
                <a:gd name="connsiteY1" fmla="*/ 0 h 949547"/>
                <a:gd name="connsiteX2" fmla="*/ 144876 w 616277"/>
                <a:gd name="connsiteY2" fmla="*/ 387820 h 949547"/>
                <a:gd name="connsiteX3" fmla="*/ 434626 w 616277"/>
                <a:gd name="connsiteY3" fmla="*/ 0 h 949547"/>
                <a:gd name="connsiteX4" fmla="*/ 616277 w 616277"/>
                <a:gd name="connsiteY4" fmla="*/ 0 h 949547"/>
                <a:gd name="connsiteX5" fmla="*/ 290865 w 616277"/>
                <a:gd name="connsiteY5" fmla="*/ 433511 h 949547"/>
                <a:gd name="connsiteX6" fmla="*/ 610705 w 616277"/>
                <a:gd name="connsiteY6" fmla="*/ 858107 h 949547"/>
                <a:gd name="connsiteX7" fmla="*/ 430168 w 616277"/>
                <a:gd name="connsiteY7" fmla="*/ 858107 h 949547"/>
                <a:gd name="connsiteX8" fmla="*/ 91440 w 616277"/>
                <a:gd name="connsiteY8" fmla="*/ 949547 h 949547"/>
                <a:gd name="connsiteX0" fmla="*/ 0 w 616277"/>
                <a:gd name="connsiteY0" fmla="*/ 0 h 949547"/>
                <a:gd name="connsiteX1" fmla="*/ 144876 w 616277"/>
                <a:gd name="connsiteY1" fmla="*/ 0 h 949547"/>
                <a:gd name="connsiteX2" fmla="*/ 144876 w 616277"/>
                <a:gd name="connsiteY2" fmla="*/ 387820 h 949547"/>
                <a:gd name="connsiteX3" fmla="*/ 434626 w 616277"/>
                <a:gd name="connsiteY3" fmla="*/ 0 h 949547"/>
                <a:gd name="connsiteX4" fmla="*/ 616277 w 616277"/>
                <a:gd name="connsiteY4" fmla="*/ 0 h 949547"/>
                <a:gd name="connsiteX5" fmla="*/ 290865 w 616277"/>
                <a:gd name="connsiteY5" fmla="*/ 433511 h 949547"/>
                <a:gd name="connsiteX6" fmla="*/ 430168 w 616277"/>
                <a:gd name="connsiteY6" fmla="*/ 858107 h 949547"/>
                <a:gd name="connsiteX7" fmla="*/ 91440 w 616277"/>
                <a:gd name="connsiteY7" fmla="*/ 949547 h 949547"/>
                <a:gd name="connsiteX0" fmla="*/ 0 w 616277"/>
                <a:gd name="connsiteY0" fmla="*/ 0 h 949547"/>
                <a:gd name="connsiteX1" fmla="*/ 144876 w 616277"/>
                <a:gd name="connsiteY1" fmla="*/ 0 h 949547"/>
                <a:gd name="connsiteX2" fmla="*/ 144876 w 616277"/>
                <a:gd name="connsiteY2" fmla="*/ 387820 h 949547"/>
                <a:gd name="connsiteX3" fmla="*/ 434626 w 616277"/>
                <a:gd name="connsiteY3" fmla="*/ 0 h 949547"/>
                <a:gd name="connsiteX4" fmla="*/ 616277 w 616277"/>
                <a:gd name="connsiteY4" fmla="*/ 0 h 949547"/>
                <a:gd name="connsiteX5" fmla="*/ 290865 w 616277"/>
                <a:gd name="connsiteY5" fmla="*/ 433511 h 949547"/>
                <a:gd name="connsiteX6" fmla="*/ 91440 w 616277"/>
                <a:gd name="connsiteY6" fmla="*/ 949547 h 949547"/>
                <a:gd name="connsiteX0" fmla="*/ 0 w 616277"/>
                <a:gd name="connsiteY0" fmla="*/ 0 h 949547"/>
                <a:gd name="connsiteX1" fmla="*/ 144876 w 616277"/>
                <a:gd name="connsiteY1" fmla="*/ 387820 h 949547"/>
                <a:gd name="connsiteX2" fmla="*/ 434626 w 616277"/>
                <a:gd name="connsiteY2" fmla="*/ 0 h 949547"/>
                <a:gd name="connsiteX3" fmla="*/ 616277 w 616277"/>
                <a:gd name="connsiteY3" fmla="*/ 0 h 949547"/>
                <a:gd name="connsiteX4" fmla="*/ 290865 w 616277"/>
                <a:gd name="connsiteY4" fmla="*/ 433511 h 949547"/>
                <a:gd name="connsiteX5" fmla="*/ 91440 w 616277"/>
                <a:gd name="connsiteY5" fmla="*/ 949547 h 949547"/>
                <a:gd name="connsiteX0" fmla="*/ 53436 w 524837"/>
                <a:gd name="connsiteY0" fmla="*/ 387820 h 949547"/>
                <a:gd name="connsiteX1" fmla="*/ 343186 w 524837"/>
                <a:gd name="connsiteY1" fmla="*/ 0 h 949547"/>
                <a:gd name="connsiteX2" fmla="*/ 524837 w 524837"/>
                <a:gd name="connsiteY2" fmla="*/ 0 h 949547"/>
                <a:gd name="connsiteX3" fmla="*/ 199425 w 524837"/>
                <a:gd name="connsiteY3" fmla="*/ 433511 h 949547"/>
                <a:gd name="connsiteX4" fmla="*/ 0 w 524837"/>
                <a:gd name="connsiteY4" fmla="*/ 949547 h 949547"/>
                <a:gd name="connsiteX0" fmla="*/ 0 w 471401"/>
                <a:gd name="connsiteY0" fmla="*/ 387820 h 433511"/>
                <a:gd name="connsiteX1" fmla="*/ 289750 w 471401"/>
                <a:gd name="connsiteY1" fmla="*/ 0 h 433511"/>
                <a:gd name="connsiteX2" fmla="*/ 471401 w 471401"/>
                <a:gd name="connsiteY2" fmla="*/ 0 h 433511"/>
                <a:gd name="connsiteX3" fmla="*/ 145989 w 471401"/>
                <a:gd name="connsiteY3" fmla="*/ 433511 h 433511"/>
              </a:gdLst>
              <a:ahLst/>
              <a:cxnLst>
                <a:cxn ang="0">
                  <a:pos x="connsiteX0" y="connsiteY0"/>
                </a:cxn>
                <a:cxn ang="0">
                  <a:pos x="connsiteX1" y="connsiteY1"/>
                </a:cxn>
                <a:cxn ang="0">
                  <a:pos x="connsiteX2" y="connsiteY2"/>
                </a:cxn>
                <a:cxn ang="0">
                  <a:pos x="connsiteX3" y="connsiteY3"/>
                </a:cxn>
              </a:cxnLst>
              <a:rect l="l" t="t" r="r" b="b"/>
              <a:pathLst>
                <a:path w="471401" h="433511">
                  <a:moveTo>
                    <a:pt x="0" y="387820"/>
                  </a:moveTo>
                  <a:lnTo>
                    <a:pt x="289750" y="0"/>
                  </a:lnTo>
                  <a:lnTo>
                    <a:pt x="471401" y="0"/>
                  </a:lnTo>
                  <a:lnTo>
                    <a:pt x="145989" y="433511"/>
                  </a:lnTo>
                </a:path>
              </a:pathLst>
            </a:custGeom>
            <a:gradFill flip="none" rotWithShape="1">
              <a:gsLst>
                <a:gs pos="77000">
                  <a:schemeClr val="accent1"/>
                </a:gs>
                <a:gs pos="21000">
                  <a:schemeClr val="accent1">
                    <a:lumMod val="50000"/>
                    <a:alpha val="79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cxnSp>
        <p:nvCxnSpPr>
          <p:cNvPr id="30" name="13-Line"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94511577-336F-4A62-86AA-9EB861840EFD}"/>
              </a:ext>
            </a:extLst>
          </p:cNvPr>
          <p:cNvCxnSpPr/>
          <p:nvPr/>
        </p:nvCxnSpPr>
        <p:spPr>
          <a:xfrm flipH="1">
            <a:off x="291110" y="6163469"/>
            <a:ext cx="80978" cy="0"/>
          </a:xfrm>
          <a:prstGeom prst="line">
            <a:avLst/>
          </a:prstGeom>
          <a:ln w="15875">
            <a:solidFill>
              <a:schemeClr val="bg1">
                <a:alpha val="71000"/>
              </a:schemeClr>
            </a:solidFill>
          </a:ln>
        </p:spPr>
        <p:style>
          <a:lnRef idx="1">
            <a:schemeClr val="accent1"/>
          </a:lnRef>
          <a:fillRef idx="0">
            <a:schemeClr val="accent1"/>
          </a:fillRef>
          <a:effectRef idx="0">
            <a:schemeClr val="accent1"/>
          </a:effectRef>
          <a:fontRef idx="minor">
            <a:schemeClr val="tx1"/>
          </a:fontRef>
        </p:style>
      </p:cxnSp>
      <p:grpSp>
        <p:nvGrpSpPr>
          <p:cNvPr id="32" name="15-Group" descr="e7d195523061f1c0d3ba7f298e59d031c9c3f97027ed136f882110EF8F17BAD1F2C348D17C7856EF46CB4678CC9E44EE1ABA681E3133328A7B4D22AAF822B2429426B2355AA8CC44631ADF5DCF3CCC2EEDC87A28F1767F37F372D8C081E51F4BAB98CF3B15F81F06B088E3E96A2B5A79D51C4ED070EDDE9C7E56AFD1A8171F79A0B58C041D94AC51">
            <a:extLst>
              <a:ext uri="{FF2B5EF4-FFF2-40B4-BE49-F238E27FC236}">
                <a16:creationId xmlns:a16="http://schemas.microsoft.com/office/drawing/2014/main" id="{E956A17E-3652-4A46-A106-D2BE8F216E66}"/>
              </a:ext>
            </a:extLst>
          </p:cNvPr>
          <p:cNvGrpSpPr/>
          <p:nvPr/>
        </p:nvGrpSpPr>
        <p:grpSpPr>
          <a:xfrm>
            <a:off x="11448220" y="6457950"/>
            <a:ext cx="389341" cy="158390"/>
            <a:chOff x="1031829" y="6375400"/>
            <a:chExt cx="389341" cy="158390"/>
          </a:xfrm>
          <a:gradFill>
            <a:gsLst>
              <a:gs pos="55000">
                <a:schemeClr val="accent1"/>
              </a:gs>
              <a:gs pos="100000">
                <a:schemeClr val="accent2"/>
              </a:gs>
            </a:gsLst>
            <a:lin ang="0" scaled="1"/>
          </a:gradFill>
        </p:grpSpPr>
        <p:sp>
          <p:nvSpPr>
            <p:cNvPr id="33" name="15-1-Freeform">
              <a:extLst>
                <a:ext uri="{FF2B5EF4-FFF2-40B4-BE49-F238E27FC236}">
                  <a16:creationId xmlns:a16="http://schemas.microsoft.com/office/drawing/2014/main" id="{C9FC7DC4-2F4E-42B9-A392-6BCEACB7C1DA}"/>
                </a:ext>
              </a:extLst>
            </p:cNvPr>
            <p:cNvSpPr/>
            <p:nvPr/>
          </p:nvSpPr>
          <p:spPr>
            <a:xfrm>
              <a:off x="1031829" y="6410442"/>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4" name="15-2-Freeform">
              <a:extLst>
                <a:ext uri="{FF2B5EF4-FFF2-40B4-BE49-F238E27FC236}">
                  <a16:creationId xmlns:a16="http://schemas.microsoft.com/office/drawing/2014/main" id="{61A0FAB9-DEF8-47CF-B495-0AE1A4DA6D86}"/>
                </a:ext>
              </a:extLst>
            </p:cNvPr>
            <p:cNvSpPr/>
            <p:nvPr/>
          </p:nvSpPr>
          <p:spPr>
            <a:xfrm>
              <a:off x="1132982" y="6375400"/>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5" name="15-3-Freeform">
              <a:extLst>
                <a:ext uri="{FF2B5EF4-FFF2-40B4-BE49-F238E27FC236}">
                  <a16:creationId xmlns:a16="http://schemas.microsoft.com/office/drawing/2014/main" id="{8CCC03A6-99F0-4E43-B1DF-5452C801EA3A}"/>
                </a:ext>
              </a:extLst>
            </p:cNvPr>
            <p:cNvSpPr/>
            <p:nvPr/>
          </p:nvSpPr>
          <p:spPr>
            <a:xfrm>
              <a:off x="1193248" y="6410442"/>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15-4-Freeform">
              <a:extLst>
                <a:ext uri="{FF2B5EF4-FFF2-40B4-BE49-F238E27FC236}">
                  <a16:creationId xmlns:a16="http://schemas.microsoft.com/office/drawing/2014/main" id="{4534352D-8D76-4411-B846-BA45168D283B}"/>
                </a:ext>
              </a:extLst>
            </p:cNvPr>
            <p:cNvSpPr/>
            <p:nvPr/>
          </p:nvSpPr>
          <p:spPr>
            <a:xfrm>
              <a:off x="1294401" y="6375400"/>
              <a:ext cx="121596" cy="123348"/>
            </a:xfrm>
            <a:custGeom>
              <a:avLst/>
              <a:gdLst>
                <a:gd name="connsiteX0" fmla="*/ 175261 w 330518"/>
                <a:gd name="connsiteY0" fmla="*/ 0 h 335280"/>
                <a:gd name="connsiteX1" fmla="*/ 330518 w 330518"/>
                <a:gd name="connsiteY1" fmla="*/ 0 h 335280"/>
                <a:gd name="connsiteX2" fmla="*/ 155257 w 330518"/>
                <a:gd name="connsiteY2" fmla="*/ 335280 h 335280"/>
                <a:gd name="connsiteX3" fmla="*/ 0 w 330518"/>
                <a:gd name="connsiteY3" fmla="*/ 335280 h 335280"/>
              </a:gdLst>
              <a:ahLst/>
              <a:cxnLst>
                <a:cxn ang="0">
                  <a:pos x="connsiteX0" y="connsiteY0"/>
                </a:cxn>
                <a:cxn ang="0">
                  <a:pos x="connsiteX1" y="connsiteY1"/>
                </a:cxn>
                <a:cxn ang="0">
                  <a:pos x="connsiteX2" y="connsiteY2"/>
                </a:cxn>
                <a:cxn ang="0">
                  <a:pos x="connsiteX3" y="connsiteY3"/>
                </a:cxn>
              </a:cxnLst>
              <a:rect l="l" t="t" r="r" b="b"/>
              <a:pathLst>
                <a:path w="330518" h="335280">
                  <a:moveTo>
                    <a:pt x="175261" y="0"/>
                  </a:moveTo>
                  <a:lnTo>
                    <a:pt x="330518" y="0"/>
                  </a:lnTo>
                  <a:lnTo>
                    <a:pt x="155257" y="335280"/>
                  </a:lnTo>
                  <a:lnTo>
                    <a:pt x="0" y="33528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7" name="15-5-RightTriangle">
              <a:extLst>
                <a:ext uri="{FF2B5EF4-FFF2-40B4-BE49-F238E27FC236}">
                  <a16:creationId xmlns:a16="http://schemas.microsoft.com/office/drawing/2014/main" id="{965E2B25-9ED6-46A1-87CC-9196952E8200}"/>
                </a:ext>
              </a:extLst>
            </p:cNvPr>
            <p:cNvSpPr/>
            <p:nvPr/>
          </p:nvSpPr>
          <p:spPr>
            <a:xfrm flipH="1">
              <a:off x="1375110" y="6410442"/>
              <a:ext cx="46060" cy="88306"/>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Tree>
    <p:extLst>
      <p:ext uri="{BB962C8B-B14F-4D97-AF65-F5344CB8AC3E}">
        <p14:creationId xmlns:p14="http://schemas.microsoft.com/office/powerpoint/2010/main" val="1752015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750"/>
                                        <p:tgtEl>
                                          <p:spTgt spid="22"/>
                                        </p:tgtEl>
                                      </p:cBhvr>
                                    </p:animEffect>
                                  </p:childTnLst>
                                </p:cTn>
                              </p:par>
                              <p:par>
                                <p:cTn id="8" presetID="35" presetClass="path" presetSubtype="0" decel="50000" fill="hold" nodeType="withEffect">
                                  <p:stCondLst>
                                    <p:cond delay="0"/>
                                  </p:stCondLst>
                                  <p:childTnLst>
                                    <p:animMotion origin="layout" path="M 0.05403 -4.44444E-6 L 2.5E-6 -4.44444E-6 " pathEditMode="relative" rAng="0" ptsTypes="AA">
                                      <p:cBhvr>
                                        <p:cTn id="9" dur="750" fill="hold"/>
                                        <p:tgtEl>
                                          <p:spTgt spid="22"/>
                                        </p:tgtEl>
                                        <p:attrNameLst>
                                          <p:attrName>ppt_x</p:attrName>
                                          <p:attrName>ppt_y</p:attrName>
                                        </p:attrNameLst>
                                      </p:cBhvr>
                                      <p:rCtr x="-2708" y="0"/>
                                    </p:animMotion>
                                  </p:childTnLst>
                                </p:cTn>
                              </p:par>
                              <p:par>
                                <p:cTn id="10" presetID="10" presetClass="entr" presetSubtype="0" fill="hold" nodeType="withEffect">
                                  <p:stCondLst>
                                    <p:cond delay="30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750"/>
                                        <p:tgtEl>
                                          <p:spTgt spid="25"/>
                                        </p:tgtEl>
                                      </p:cBhvr>
                                    </p:animEffect>
                                  </p:childTnLst>
                                </p:cTn>
                              </p:par>
                              <p:par>
                                <p:cTn id="13" presetID="35" presetClass="path" presetSubtype="0" decel="50000" fill="hold" nodeType="withEffect">
                                  <p:stCondLst>
                                    <p:cond delay="300"/>
                                  </p:stCondLst>
                                  <p:childTnLst>
                                    <p:animMotion origin="layout" path="M 0.05403 -4.44444E-6 L 2.5E-6 -4.44444E-6 " pathEditMode="relative" rAng="0" ptsTypes="AA">
                                      <p:cBhvr>
                                        <p:cTn id="14" dur="750" fill="hold"/>
                                        <p:tgtEl>
                                          <p:spTgt spid="25"/>
                                        </p:tgtEl>
                                        <p:attrNameLst>
                                          <p:attrName>ppt_x</p:attrName>
                                          <p:attrName>ppt_y</p:attrName>
                                        </p:attrNameLst>
                                      </p:cBhvr>
                                      <p:rCtr x="-2708" y="0"/>
                                    </p:animMotion>
                                  </p:childTnLst>
                                </p:cTn>
                              </p:par>
                              <p:par>
                                <p:cTn id="15" presetID="10" presetClass="entr" presetSubtype="0" fill="hold" grpId="0" nodeType="withEffect">
                                  <p:stCondLst>
                                    <p:cond delay="60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750"/>
                                        <p:tgtEl>
                                          <p:spTgt spid="11"/>
                                        </p:tgtEl>
                                      </p:cBhvr>
                                    </p:animEffect>
                                  </p:childTnLst>
                                </p:cTn>
                              </p:par>
                              <p:par>
                                <p:cTn id="18" presetID="35" presetClass="path" presetSubtype="0" decel="50000" fill="hold" grpId="1" nodeType="withEffect">
                                  <p:stCondLst>
                                    <p:cond delay="600"/>
                                  </p:stCondLst>
                                  <p:childTnLst>
                                    <p:animMotion origin="layout" path="M 0.05403 -4.44444E-6 L 2.5E-6 -4.44444E-6 " pathEditMode="relative" rAng="0" ptsTypes="AA">
                                      <p:cBhvr>
                                        <p:cTn id="19" dur="750" fill="hold"/>
                                        <p:tgtEl>
                                          <p:spTgt spid="11"/>
                                        </p:tgtEl>
                                        <p:attrNameLst>
                                          <p:attrName>ppt_x</p:attrName>
                                          <p:attrName>ppt_y</p:attrName>
                                        </p:attrNameLst>
                                      </p:cBhvr>
                                      <p:rCtr x="-2708" y="0"/>
                                    </p:animMotion>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750"/>
                                        <p:tgtEl>
                                          <p:spTgt spid="19"/>
                                        </p:tgtEl>
                                      </p:cBhvr>
                                    </p:animEffect>
                                  </p:childTnLst>
                                </p:cTn>
                              </p:par>
                              <p:par>
                                <p:cTn id="23" presetID="35" presetClass="path" presetSubtype="0" decel="50000" fill="hold" nodeType="withEffect">
                                  <p:stCondLst>
                                    <p:cond delay="0"/>
                                  </p:stCondLst>
                                  <p:childTnLst>
                                    <p:animMotion origin="layout" path="M -0.0513 2.96296E-6 L 2.08333E-7 2.96296E-6 " pathEditMode="relative" rAng="0" ptsTypes="AA">
                                      <p:cBhvr>
                                        <p:cTn id="24" dur="750" fill="hold"/>
                                        <p:tgtEl>
                                          <p:spTgt spid="19"/>
                                        </p:tgtEl>
                                        <p:attrNameLst>
                                          <p:attrName>ppt_x</p:attrName>
                                          <p:attrName>ppt_y</p:attrName>
                                        </p:attrNameLst>
                                      </p:cBhvr>
                                      <p:rCtr x="2565" y="0"/>
                                    </p:animMotion>
                                  </p:childTnLst>
                                </p:cTn>
                              </p:par>
                              <p:par>
                                <p:cTn id="25" presetID="10" presetClass="entr" presetSubtype="0" fill="hold" nodeType="withEffect">
                                  <p:stCondLst>
                                    <p:cond delay="30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750"/>
                                        <p:tgtEl>
                                          <p:spTgt spid="15"/>
                                        </p:tgtEl>
                                      </p:cBhvr>
                                    </p:animEffect>
                                  </p:childTnLst>
                                </p:cTn>
                              </p:par>
                              <p:par>
                                <p:cTn id="28" presetID="35" presetClass="path" presetSubtype="0" decel="50000" fill="hold" nodeType="withEffect">
                                  <p:stCondLst>
                                    <p:cond delay="300"/>
                                  </p:stCondLst>
                                  <p:childTnLst>
                                    <p:animMotion origin="layout" path="M -0.0513 2.96296E-6 L 2.08333E-7 2.96296E-6 " pathEditMode="relative" rAng="0" ptsTypes="AA">
                                      <p:cBhvr>
                                        <p:cTn id="29" dur="750" fill="hold"/>
                                        <p:tgtEl>
                                          <p:spTgt spid="15"/>
                                        </p:tgtEl>
                                        <p:attrNameLst>
                                          <p:attrName>ppt_x</p:attrName>
                                          <p:attrName>ppt_y</p:attrName>
                                        </p:attrNameLst>
                                      </p:cBhvr>
                                      <p:rCtr x="2565" y="0"/>
                                    </p:animMotion>
                                  </p:childTnLst>
                                </p:cTn>
                              </p:par>
                              <p:par>
                                <p:cTn id="30" presetID="10" presetClass="entr" presetSubtype="0" fill="hold" nodeType="withEffect">
                                  <p:stCondLst>
                                    <p:cond delay="60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750"/>
                                        <p:tgtEl>
                                          <p:spTgt spid="12"/>
                                        </p:tgtEl>
                                      </p:cBhvr>
                                    </p:animEffect>
                                  </p:childTnLst>
                                </p:cTn>
                              </p:par>
                              <p:par>
                                <p:cTn id="33" presetID="35" presetClass="path" presetSubtype="0" decel="50000" fill="hold" nodeType="withEffect">
                                  <p:stCondLst>
                                    <p:cond delay="600"/>
                                  </p:stCondLst>
                                  <p:childTnLst>
                                    <p:animMotion origin="layout" path="M -0.0513 2.96296E-6 L 2.08333E-7 2.96296E-6 " pathEditMode="relative" rAng="0" ptsTypes="AA">
                                      <p:cBhvr>
                                        <p:cTn id="34" dur="750" fill="hold"/>
                                        <p:tgtEl>
                                          <p:spTgt spid="12"/>
                                        </p:tgtEl>
                                        <p:attrNameLst>
                                          <p:attrName>ppt_x</p:attrName>
                                          <p:attrName>ppt_y</p:attrName>
                                        </p:attrNameLst>
                                      </p:cBhvr>
                                      <p:rCtr x="2565" y="0"/>
                                    </p:animMotion>
                                  </p:childTnLst>
                                </p:cTn>
                              </p:par>
                              <p:par>
                                <p:cTn id="35" presetID="10" presetClass="entr" presetSubtype="0" fill="hold" nodeType="withEffect">
                                  <p:stCondLst>
                                    <p:cond delay="50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250"/>
                                        <p:tgtEl>
                                          <p:spTgt spid="9"/>
                                        </p:tgtEl>
                                      </p:cBhvr>
                                    </p:animEffect>
                                    <p:animScale>
                                      <p:cBhvr>
                                        <p:cTn id="38" dur="1250" fill="hold">
                                          <p:stCondLst>
                                            <p:cond delay="0"/>
                                          </p:stCondLst>
                                        </p:cTn>
                                        <p:tgtEl>
                                          <p:spTgt spid="9"/>
                                        </p:tgtEl>
                                      </p:cBhvr>
                                      <p:from x="130000" y="130000"/>
                                      <p:to x="100000" y="100000"/>
                                    </p:animScale>
                                  </p:childTnLst>
                                </p:cTn>
                              </p:par>
                              <p:par>
                                <p:cTn id="39" presetID="10" presetClass="entr" presetSubtype="0" fill="hold" nodeType="withEffect">
                                  <p:stCondLst>
                                    <p:cond delay="75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750"/>
                                        <p:tgtEl>
                                          <p:spTgt spid="3"/>
                                        </p:tgtEl>
                                      </p:cBhvr>
                                    </p:animEffect>
                                  </p:childTnLst>
                                </p:cTn>
                              </p:par>
                              <p:par>
                                <p:cTn id="42" presetID="35" presetClass="path" presetSubtype="0" decel="50000" fill="hold" nodeType="withEffect">
                                  <p:stCondLst>
                                    <p:cond delay="750"/>
                                  </p:stCondLst>
                                  <p:childTnLst>
                                    <p:animMotion origin="layout" path="M -0.0513 2.96296E-6 L 2.08333E-7 2.96296E-6 " pathEditMode="relative" rAng="0" ptsTypes="AA">
                                      <p:cBhvr>
                                        <p:cTn id="43" dur="750" fill="hold"/>
                                        <p:tgtEl>
                                          <p:spTgt spid="3"/>
                                        </p:tgtEl>
                                        <p:attrNameLst>
                                          <p:attrName>ppt_x</p:attrName>
                                          <p:attrName>ppt_y</p:attrName>
                                        </p:attrNameLst>
                                      </p:cBhvr>
                                      <p:rCtr x="2565" y="0"/>
                                    </p:animMotion>
                                  </p:childTnLst>
                                </p:cTn>
                              </p:par>
                              <p:par>
                                <p:cTn id="44" presetID="10" presetClass="entr" presetSubtype="0" fill="hold" nodeType="withEffect">
                                  <p:stCondLst>
                                    <p:cond delay="75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750"/>
                                        <p:tgtEl>
                                          <p:spTgt spid="6"/>
                                        </p:tgtEl>
                                      </p:cBhvr>
                                    </p:animEffect>
                                  </p:childTnLst>
                                </p:cTn>
                              </p:par>
                              <p:par>
                                <p:cTn id="47" presetID="35" presetClass="path" presetSubtype="0" decel="50000" fill="hold" nodeType="withEffect">
                                  <p:stCondLst>
                                    <p:cond delay="750"/>
                                  </p:stCondLst>
                                  <p:childTnLst>
                                    <p:animMotion origin="layout" path="M 0.05403 -4.44444E-6 L 2.5E-6 -4.44444E-6 " pathEditMode="relative" rAng="0" ptsTypes="AA">
                                      <p:cBhvr>
                                        <p:cTn id="48" dur="750" fill="hold"/>
                                        <p:tgtEl>
                                          <p:spTgt spid="6"/>
                                        </p:tgtEl>
                                        <p:attrNameLst>
                                          <p:attrName>ppt_x</p:attrName>
                                          <p:attrName>ppt_y</p:attrName>
                                        </p:attrNameLst>
                                      </p:cBhvr>
                                      <p:rCtr x="-2708" y="0"/>
                                    </p:animMotion>
                                  </p:childTnLst>
                                </p:cTn>
                              </p:par>
                              <p:par>
                                <p:cTn id="49" presetID="22" presetClass="entr" presetSubtype="8" fill="hold" nodeType="withEffect">
                                  <p:stCondLst>
                                    <p:cond delay="2000"/>
                                  </p:stCondLst>
                                  <p:childTnLst>
                                    <p:set>
                                      <p:cBhvr>
                                        <p:cTn id="50" dur="1" fill="hold">
                                          <p:stCondLst>
                                            <p:cond delay="0"/>
                                          </p:stCondLst>
                                        </p:cTn>
                                        <p:tgtEl>
                                          <p:spTgt spid="30"/>
                                        </p:tgtEl>
                                        <p:attrNameLst>
                                          <p:attrName>style.visibility</p:attrName>
                                        </p:attrNameLst>
                                      </p:cBhvr>
                                      <p:to>
                                        <p:strVal val="visible"/>
                                      </p:to>
                                    </p:set>
                                    <p:animEffect transition="in" filter="wipe(left)">
                                      <p:cBhvr>
                                        <p:cTn id="51" dur="7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theme/theme1.xml><?xml version="1.0" encoding="utf-8"?>
<a:theme xmlns:a="http://schemas.openxmlformats.org/drawingml/2006/main" name="Office Theme​​">
  <a:themeElements>
    <a:clrScheme name="Custom 69">
      <a:dk1>
        <a:sysClr val="windowText" lastClr="000000"/>
      </a:dk1>
      <a:lt1>
        <a:sysClr val="window" lastClr="FFFFFF"/>
      </a:lt1>
      <a:dk2>
        <a:srgbClr val="44546A"/>
      </a:dk2>
      <a:lt2>
        <a:srgbClr val="E7E6E6"/>
      </a:lt2>
      <a:accent1>
        <a:srgbClr val="0394FC"/>
      </a:accent1>
      <a:accent2>
        <a:srgbClr val="9966FF"/>
      </a:accent2>
      <a:accent3>
        <a:srgbClr val="05A0FF"/>
      </a:accent3>
      <a:accent4>
        <a:srgbClr val="11B8F3"/>
      </a:accent4>
      <a:accent5>
        <a:srgbClr val="39C4F5"/>
      </a:accent5>
      <a:accent6>
        <a:srgbClr val="3DDCF1"/>
      </a:accent6>
      <a:hlink>
        <a:srgbClr val="0563C1"/>
      </a:hlink>
      <a:folHlink>
        <a:srgbClr val="954F72"/>
      </a:folHlink>
    </a:clrScheme>
    <a:fontScheme name="Custom 16">
      <a:majorFont>
        <a:latin typeface="Century Gothic"/>
        <a:ea typeface="等线 Light"/>
        <a:cs typeface=""/>
      </a:majorFont>
      <a:minorFont>
        <a:latin typeface="Century Gothic"/>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TotalTime>
  <Words>320</Words>
  <Application>Microsoft Office PowerPoint</Application>
  <PresentationFormat>Widescreen</PresentationFormat>
  <Paragraphs>33</Paragraphs>
  <Slides>7</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等线</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kingfs</dc:creator>
  <cp:lastModifiedBy>hammad khan</cp:lastModifiedBy>
  <cp:revision>49</cp:revision>
  <dcterms:created xsi:type="dcterms:W3CDTF">2022-09-20T08:22:35Z</dcterms:created>
  <dcterms:modified xsi:type="dcterms:W3CDTF">2026-04-10T05:24:51Z</dcterms:modified>
</cp:coreProperties>
</file>